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ae39428cd4fe5" /><Relationship Type="http://schemas.openxmlformats.org/officeDocument/2006/relationships/extended-properties" Target="/docProps/app.xml" Id="Red0d513de98c4bbd" /><Relationship Type="http://schemas.openxmlformats.org/officeDocument/2006/relationships/officeDocument" Target="/ppt/presentation.xml" Id="Raa358359f06940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e2625e98264a25"/>
  </p:sldMasterIdLst>
  <p:notesMasterIdLst>
    <p:notesMasterId xmlns:r="http://schemas.openxmlformats.org/officeDocument/2006/relationships" r:id="R6484b230dacc4eb0"/>
  </p:notesMasterIdLst>
  <p:sldIdLst>
    <p:sldId xmlns:r="http://schemas.openxmlformats.org/officeDocument/2006/relationships" id="256" r:id="R7ba444e196714c21"/>
    <p:sldId xmlns:r="http://schemas.openxmlformats.org/officeDocument/2006/relationships" id="257" r:id="R5c4ba8d62e0546d7"/>
    <p:sldId xmlns:r="http://schemas.openxmlformats.org/officeDocument/2006/relationships" id="258" r:id="R31a9cd82dea044f1"/>
    <p:sldId xmlns:r="http://schemas.openxmlformats.org/officeDocument/2006/relationships" id="259" r:id="R1b8cea50455a4eeb"/>
    <p:sldId xmlns:r="http://schemas.openxmlformats.org/officeDocument/2006/relationships" id="260" r:id="R83673523b43a4ce6"/>
    <p:sldId xmlns:r="http://schemas.openxmlformats.org/officeDocument/2006/relationships" id="261" r:id="R167aa5c97d644c13"/>
    <p:sldId xmlns:r="http://schemas.openxmlformats.org/officeDocument/2006/relationships" id="262" r:id="R81d7b56f1ebe44a6"/>
    <p:sldId xmlns:r="http://schemas.openxmlformats.org/officeDocument/2006/relationships" id="263" r:id="Re0e7090af32c4b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fc5e307f0f4a52" /><Relationship Type="http://schemas.openxmlformats.org/officeDocument/2006/relationships/slideMaster" Target="/ppt/slideMasters/slideMaster1.xml" Id="R3ee2625e98264a25" /><Relationship Type="http://schemas.openxmlformats.org/officeDocument/2006/relationships/notesMaster" Target="/ppt/notesMasters/notesMaster1.xml" Id="R6484b230dacc4eb0" /><Relationship Type="http://schemas.openxmlformats.org/officeDocument/2006/relationships/presProps" Target="/ppt/presProps.xml" Id="Ra196b3507b4442a2" /><Relationship Type="http://schemas.openxmlformats.org/officeDocument/2006/relationships/tableStyles" Target="/ppt/tableStyles.xml" Id="R5026295c87904401" /><Relationship Type="http://schemas.openxmlformats.org/officeDocument/2006/relationships/slide" Target="/ppt/slides/slide1.xml" Id="R7ba444e196714c21" /><Relationship Type="http://schemas.openxmlformats.org/officeDocument/2006/relationships/slide" Target="/ppt/slides/slide2.xml" Id="R5c4ba8d62e0546d7" /><Relationship Type="http://schemas.openxmlformats.org/officeDocument/2006/relationships/slide" Target="/ppt/slides/slide3.xml" Id="R31a9cd82dea044f1" /><Relationship Type="http://schemas.openxmlformats.org/officeDocument/2006/relationships/slide" Target="/ppt/slides/slide4.xml" Id="R1b8cea50455a4eeb" /><Relationship Type="http://schemas.openxmlformats.org/officeDocument/2006/relationships/slide" Target="/ppt/slides/slide5.xml" Id="R83673523b43a4ce6" /><Relationship Type="http://schemas.openxmlformats.org/officeDocument/2006/relationships/slide" Target="/ppt/slides/slide6.xml" Id="R167aa5c97d644c13" /><Relationship Type="http://schemas.openxmlformats.org/officeDocument/2006/relationships/slide" Target="/ppt/slides/slide7.xml" Id="R81d7b56f1ebe44a6" /><Relationship Type="http://schemas.openxmlformats.org/officeDocument/2006/relationships/slide" Target="/ppt/slides/slide8.xml" Id="Re0e7090af32c4b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557b94b1474d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4b611c71e74198" /><Relationship Type="http://schemas.openxmlformats.org/officeDocument/2006/relationships/notesMaster" Target="/ppt/notesMasters/notesMaster1.xml" Id="R74f3cfe0bcfc4b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2be87ece4f4f54" /><Relationship Type="http://schemas.openxmlformats.org/officeDocument/2006/relationships/notesMaster" Target="/ppt/notesMasters/notesMaster1.xml" Id="R02587a0c0a834e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8076d2925f4db8" /><Relationship Type="http://schemas.openxmlformats.org/officeDocument/2006/relationships/notesMaster" Target="/ppt/notesMasters/notesMaster1.xml" Id="R841afae71d0346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703229a0884dbf" /><Relationship Type="http://schemas.openxmlformats.org/officeDocument/2006/relationships/notesMaster" Target="/ppt/notesMasters/notesMaster1.xml" Id="R15bf40f7823749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4d532e6d1949b1" /><Relationship Type="http://schemas.openxmlformats.org/officeDocument/2006/relationships/notesMaster" Target="/ppt/notesMasters/notesMaster1.xml" Id="R1095ca5e30bd43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fcf198790c4438" /><Relationship Type="http://schemas.openxmlformats.org/officeDocument/2006/relationships/notesMaster" Target="/ppt/notesMasters/notesMaster1.xml" Id="R3ecfc7beeb6a49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7a88b7a3c3404c" /><Relationship Type="http://schemas.openxmlformats.org/officeDocument/2006/relationships/notesMaster" Target="/ppt/notesMasters/notesMaster1.xml" Id="R0915d8a69fea43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767e2ef83c4fad" /><Relationship Type="http://schemas.openxmlformats.org/officeDocument/2006/relationships/notesMaster" Target="/ppt/notesMasters/notesMaster1.xml" Id="Rd402a5fd83e64b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Research that informs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Use varied, ethical and fit-for-purpose research to establish needs, build criteria and modify ideas.</a:t>
            </a:r>
          </a:p>
          <a:p xmlns:a="http://schemas.openxmlformats.org/drawingml/2006/main">
            <a:r>
              <a:t>- Name the three learning areas without teaching them yet: Primary and secondary research; Qualitative and quantitative data; Ethical research and evidence synthesis.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Primary and secondary research: Distinguish primary and secondary research and select methods that suit a design question.</a:t>
            </a:r>
          </a:p>
          <a:p xmlns:a="http://schemas.openxmlformats.org/drawingml/2006/main">
            <a:r>
              <a:t>- 2. Qualitative and quantitative data: Explain how descriptive and numerical data provide different evidence for design decisions.</a:t>
            </a:r>
          </a:p>
          <a:p xmlns:a="http://schemas.openxmlformats.org/drawingml/2006/main">
            <a:r>
              <a:t>- 3. Ethical research and evidence synthesis: Collect, evaluate and combine research without misleading or harming participants.</a:t>
            </a:r>
          </a:p>
          <a:p xmlns:a="http://schemas.openxmlformats.org/drawingml/2006/main">
            <a:r>
              <a:t>- Retrieval prompt: Which idea is most likely to change a real design decision in Research Assignment,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Primary and secondary research.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assets/module-03-map.svg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Distinguish primary and secondary research and select methods that suit a design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Primary research can include observation, interviews, questionnaires, focus groups, measurements and user testing.</a:t>
            </a:r>
          </a:p>
          <a:p xmlns:a="http://schemas.openxmlformats.org/drawingml/2006/main">
            <a:r>
              <a:t>- Secondary research can include standards, textbooks, reliable websites, product specifications, published data and industry information.</a:t>
            </a:r>
          </a:p>
          <a:p xmlns:a="http://schemas.openxmlformats.org/drawingml/2006/main">
            <a:r>
              <a:t>- The method should be selected because it answers a specific research question, not because it is quick or familiar.</a:t>
            </a:r>
          </a:p>
          <a:p xmlns:a="http://schemas.openxmlformats.org/drawingml/2006/main">
            <a:r>
              <a:t>- Using more than one method allows findings to be compared and reduces reliance on one incomplete source.</a:t>
            </a:r>
          </a:p>
          <a:p xmlns:a="http://schemas.openxmlformats.org/drawingml/2006/main">
            <a:r>
              <a:t>- Visual notice: Ask students what the scene makes visible about primary and secondary research, then connect observations to the stated principles.</a:t>
            </a:r>
          </a:p>
          <a:p xmlns:a="http://schemas.openxmlformats.org/drawingml/2006/main">
            <a:r>
              <a:t>- Evidence prompt: A designer wants to understand why older users struggle with a packaging closure. Which combination is strongest?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Internet research is always primary because the designer gathers it personally.</a:t>
            </a:r>
          </a:p>
          <a:p xmlns:a="http://schemas.openxmlformats.org/drawingml/2006/main">
            <a:r>
              <a:t>- A questionnaire is the best method for every design problem.</a:t>
            </a:r>
          </a:p>
          <a:p xmlns:a="http://schemas.openxmlformats.org/drawingml/2006/main">
            <a:r>
              <a:t>- Secondary research is less useful because it was collected by someone else.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Qualitative and quantitative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primary/secondary research and using multiple methods; current Research Assignment.</a:t>
            </a:r>
          </a:p>
          <a:p xmlns:a="http://schemas.openxmlformats.org/drawingml/2006/main">
            <a:r>
              <a:t>- Visual: approved family-generated teaching asset, Year 12 D&amp;T assets/images/m05s01.png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Explain how descriptive and numerical data provide different evidence for design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Qualitative methods can reveal language, frustrations, preferences and unexpected user experiences.</a:t>
            </a:r>
          </a:p>
          <a:p xmlns:a="http://schemas.openxmlformats.org/drawingml/2006/main">
            <a:r>
              <a:t>- Quantitative methods can compare dimensions, forces, frequencies, rankings, percentages and performance results.</a:t>
            </a:r>
          </a:p>
          <a:p xmlns:a="http://schemas.openxmlformats.org/drawingml/2006/main">
            <a:r>
              <a:t>- Data should be analysed rather than simply displayed; patterns and limitations need to be identified.</a:t>
            </a:r>
          </a:p>
          <a:p xmlns:a="http://schemas.openxmlformats.org/drawingml/2006/main">
            <a:r>
              <a:t>- The conclusions drawn must match the sample and method, avoiding claims that the evidence cannot support.</a:t>
            </a:r>
          </a:p>
          <a:p xmlns:a="http://schemas.openxmlformats.org/drawingml/2006/main">
            <a:r>
              <a:t>- Visual notice: Ask students what the scene makes visible about qualitative and quantitative data, then connect observations to the stated principles.</a:t>
            </a:r>
          </a:p>
          <a:p xmlns:a="http://schemas.openxmlformats.org/drawingml/2006/main">
            <a:r>
              <a:t>- Evidence prompt: A trial shows that 70% of participants take longer than ten seconds to use a latch, and interviews describe confusion about its direction. What is the best use of the findings?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Qualitative data is unreliable because it is not numerical.</a:t>
            </a:r>
          </a:p>
          <a:p xmlns:a="http://schemas.openxmlformats.org/drawingml/2006/main">
            <a:r>
              <a:t>- Quantitative data automatically explains the causes behind a result.</a:t>
            </a:r>
          </a:p>
          <a:p xmlns:a="http://schemas.openxmlformats.org/drawingml/2006/main">
            <a:r>
              <a:t>- A graph is analysis even when no pattern or implication is explained.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Ethical research and evidence synthesis.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qualitative and quantitative data and evidence application.</a:t>
            </a:r>
          </a:p>
          <a:p xmlns:a="http://schemas.openxmlformats.org/drawingml/2006/main">
            <a:r>
              <a:t>- Visual: approved family-generated teaching asset, Year 12 D&amp;T assets/images/m05s02.png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Collect, evaluate and combine research without misleading or harming participants.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Participants should understand the purpose, activity and intended use of their information before agreeing.</a:t>
            </a:r>
          </a:p>
          <a:p xmlns:a="http://schemas.openxmlformats.org/drawingml/2006/main">
            <a:r>
              <a:t>- Personal information should be protected and reported only with appropriate permission.</a:t>
            </a:r>
          </a:p>
          <a:p xmlns:a="http://schemas.openxmlformats.org/drawingml/2006/main">
            <a:r>
              <a:t>- Conflicting evidence should be examined rather than hidden; differences may reveal user groups, context or method limitations.</a:t>
            </a:r>
          </a:p>
          <a:p xmlns:a="http://schemas.openxmlformats.org/drawingml/2006/main">
            <a:r>
              <a:t>- A conclusion should distinguish what the evidence shows from what the designer assumes or still needs to test.</a:t>
            </a:r>
          </a:p>
          <a:p xmlns:a="http://schemas.openxmlformats.org/drawingml/2006/main">
            <a:r>
              <a:t>- Visual notice: Ask students what the scene makes visible about ethical research and evidence synthesis, then connect observations to the stated principles.</a:t>
            </a:r>
          </a:p>
          <a:p xmlns:a="http://schemas.openxmlformats.org/drawingml/2006/main">
            <a:r>
              <a:t>- Evidence prompt: A student wants to photograph a participant using a prototype and include the image in a public presentation. What is required?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Consent is unnecessary when research is completed for a school project.</a:t>
            </a:r>
          </a:p>
          <a:p xmlns:a="http://schemas.openxmlformats.org/drawingml/2006/main">
            <a:r>
              <a:t>- Removing a participant’s name allows any personal detail to be published.</a:t>
            </a:r>
          </a:p>
          <a:p xmlns:a="http://schemas.openxmlformats.org/drawingml/2006/main">
            <a:r>
              <a:t>- Evidence that challenges the preferred concept can be excluded as an outlier.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research ethics and applying conclusions; school-authorised assessment context.</a:t>
            </a:r>
          </a:p>
          <a:p xmlns:a="http://schemas.openxmlformats.org/drawingml/2006/main">
            <a:r>
              <a:t>- Visual: approved family-generated teaching asset, Year 12 D&amp;T assets/images/m05s03.png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designer wants to understand why older users struggle with a packaging closure. Which combination is strongest?</a:t>
            </a:r>
          </a:p>
          <a:p xmlns:a="http://schemas.openxmlformats.org/drawingml/2006/main">
            <a:r>
              <a:t>- Indicative answer: Observe and interview intended users, measure the task where appropriate, and compare findings with existing packaging and ergonomic guidance.</a:t>
            </a:r>
          </a:p>
          <a:p xmlns:a="http://schemas.openxmlformats.org/drawingml/2006/main">
            <a:r>
              <a:t>- Check 2: A trial shows that 70% of participants take longer than ten seconds to use a latch, and interviews describe confusion about its direction. What is the best use of the findings?</a:t>
            </a:r>
          </a:p>
          <a:p xmlns:a="http://schemas.openxmlformats.org/drawingml/2006/main">
            <a:r>
              <a:t>- Indicative answer: Use the timing data to confirm a performance issue and the interview comments to guide changes to the latch and its cues.</a:t>
            </a:r>
          </a:p>
          <a:p xmlns:a="http://schemas.openxmlformats.org/drawingml/2006/main">
            <a:r>
              <a:t>- Check 3: A student wants to photograph a participant using a prototype and include the image in a public presentation. What is required?</a:t>
            </a:r>
          </a:p>
          <a:p xmlns:a="http://schemas.openxmlformats.org/drawingml/2006/main">
            <a:r>
              <a:t>- Indicative answer: Explain the purpose and audience, obtain appropriate consent, protect personal information and provide a genuine option not to participate.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primary/secondary research and using multiple methods; current Research Assignment.</a:t>
            </a:r>
          </a:p>
          <a:p xmlns:a="http://schemas.openxmlformats.org/drawingml/2006/main">
            <a:r>
              <a:t>- Y11 source note: Teacher answer booklet on qualitative and quantitative data and evidence application.</a:t>
            </a:r>
          </a:p>
          <a:p xmlns:a="http://schemas.openxmlformats.org/drawingml/2006/main">
            <a:r>
              <a:t>- Y11 source note: Teacher answer booklet on research ethics and applying conclusions; school-authorised assessment context.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Prepare a research plan that combines methods, identifies participants and shows how findings will affect decisions.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primary/secondary research and using multiple methods; current Research Assignment.</a:t>
            </a:r>
          </a:p>
          <a:p xmlns:a="http://schemas.openxmlformats.org/drawingml/2006/main">
            <a:r>
              <a:t>- Y11 source note: Teacher answer booklet on qualitative and quantitative data and evidence application.</a:t>
            </a:r>
          </a:p>
          <a:p xmlns:a="http://schemas.openxmlformats.org/drawingml/2006/main">
            <a:r>
              <a:t>- Y11 source note: Teacher answer booklet on research ethics and applying conclusions; school-authorised assessment context.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Research Assignment.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primary/secondary research and using multiple methods; current Research Assignment.</a:t>
            </a:r>
          </a:p>
          <a:p xmlns:a="http://schemas.openxmlformats.org/drawingml/2006/main">
            <a:r>
              <a:t>- Y11 source note: Teacher answer booklet on qualitative and quantitative data and evidence application.</a:t>
            </a:r>
          </a:p>
          <a:p xmlns:a="http://schemas.openxmlformats.org/drawingml/2006/main">
            <a:r>
              <a:t>- Y11 source note: Teacher answer booklet on research ethics and applying conclusions; school-authorised assessment context.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1ba1848bf445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f1993ddb6b48b4" /><Relationship Type="http://schemas.openxmlformats.org/officeDocument/2006/relationships/slideLayout" Target="/ppt/slideLayouts/slideLayout1.xml" Id="Rb505c1cf87094b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05c1cf87094b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bcaccc7ed4f8c" /><Relationship Type="http://schemas.openxmlformats.org/officeDocument/2006/relationships/image" Target="/ppt/media/image.png" Id="R9a89c9c1189042bf" /><Relationship Type="http://schemas.openxmlformats.org/officeDocument/2006/relationships/notesSlide" Target="/ppt/notesSlides/notesSlide1.xml" Id="Rdf21dab6bfd84f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9f4298cad4fcb" /><Relationship Type="http://schemas.openxmlformats.org/officeDocument/2006/relationships/image" Target="/ppt/media/image2.png" Id="R43961371c2514051" /><Relationship Type="http://schemas.openxmlformats.org/officeDocument/2006/relationships/image" Target="/ppt/media/image.svg" Id="Rc05d38944bf94983" /><Relationship Type="http://schemas.openxmlformats.org/officeDocument/2006/relationships/notesSlide" Target="/ppt/notesSlides/notesSlide2.xml" Id="Ra99eb590de9442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697a359bc459c" /><Relationship Type="http://schemas.openxmlformats.org/officeDocument/2006/relationships/image" Target="/ppt/media/image3.png" Id="Ra53b24ae78534f9a" /><Relationship Type="http://schemas.openxmlformats.org/officeDocument/2006/relationships/notesSlide" Target="/ppt/notesSlides/notesSlide3.xml" Id="Rc995b7403a6445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f5c00e3374c4f" /><Relationship Type="http://schemas.openxmlformats.org/officeDocument/2006/relationships/image" Target="/ppt/media/image4.png" Id="Rfc490d23a6434c83" /><Relationship Type="http://schemas.openxmlformats.org/officeDocument/2006/relationships/notesSlide" Target="/ppt/notesSlides/notesSlide4.xml" Id="R3f687a22ca7f44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d8366b82d4eba" /><Relationship Type="http://schemas.openxmlformats.org/officeDocument/2006/relationships/image" Target="/ppt/media/image5.png" Id="Rae4e7fc68e6f4b6c" /><Relationship Type="http://schemas.openxmlformats.org/officeDocument/2006/relationships/notesSlide" Target="/ppt/notesSlides/notesSlide5.xml" Id="Rbe701cd009d242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549641347423f" /><Relationship Type="http://schemas.openxmlformats.org/officeDocument/2006/relationships/notesSlide" Target="/ppt/notesSlides/notesSlide6.xml" Id="R6f23b4dcf4cf40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0d369c9b84455" /><Relationship Type="http://schemas.openxmlformats.org/officeDocument/2006/relationships/notesSlide" Target="/ppt/notesSlides/notesSlide7.xml" Id="Ra55244d50fb146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30b521bae4649" /><Relationship Type="http://schemas.openxmlformats.org/officeDocument/2006/relationships/notesSlide" Target="/ppt/notesSlides/notesSlide8.xml" Id="Rb9d7378a34404b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9c9c1189042bf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26606-7A7C-401A-83DB-5E03EB49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CF089-0565-4DE0-85E0-3B9D1FFD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03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F54C702F-AD55-42B1-A354-05C5BB36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Research that informs design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A849E080-C6D7-489A-A582-F991AFBA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Use varied, ethical and fit-for-purpose research to establish needs, build criteria and modify ideas.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A7B66-6915-49EA-A51D-D206FE17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Research Assignment  ·  P5.3 · P5.2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2D202-94F4-401A-B5B6-25B27411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82F44-5063-47B2-A2F3-CA5BE218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82313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1DC72DB6-09CE-4582-9A61-5C965E5C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0FDCD-B4B9-420F-8E5D-07AB0D15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785B7-039E-48C3-9B24-1C8EB8BC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40A71-AB2B-4934-BCE7-81DB5BD0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E7EA57DF-2514-416A-8843-434D97D9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61371c2514051">
            <a:extLst>
              <a:ext uri="{96DAC541-7B7A-43D3-8B79-37D633B846F1}">
                <asvg:svgBlip xmlns:asvg="http://schemas.microsoft.com/office/drawing/2016/SVG/main" r:embed="Rc05d38944bf949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348D2BE1-D985-4A5F-94E8-9E35EAA5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AF849-14DA-4094-A78D-3C17661A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5AE85-013D-4DF9-8645-BEFA125E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Prepare a research plan that combines methods, identifies participants and shows how findings will affect decisions.</a:t>
            </a:r>
          </a:p>
        </p:txBody>
      </p:sp>
    </p:spTree>
    <p:extLst>
      <p:ext uri="{BB962C8B-B14F-4D97-AF65-F5344CB8AC3E}">
        <p14:creationId xmlns:p14="http://schemas.microsoft.com/office/powerpoint/2010/main" val="1942589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0F2AD28A-FB99-4456-8C98-CD734DD4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D89E3-C6DD-48EF-A67B-7653B72E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44C5A-F855-4B8A-8A9C-DF057D81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506DE-9988-4FB0-94BF-838C5E72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2D0C80FE-81BD-4C10-9204-BA772E21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Primary and secondary research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b24ae78534f9a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9275F-3857-4149-9045-C62260DD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5AB71-05DC-406A-B708-E58F491B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A79B2-5C2A-4178-80A6-C5C47A8F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4430D-CFFC-4E65-901A-4D4FA918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Primary research can include observation, interviews, questionnaires, focus groups, measurements and user testing.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89DD5F-112D-46A1-A96E-5778AA15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6C7CC-5993-491C-AFB9-F6304277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Secondary research can include standards, textbooks, reliable websites, product specifications, published data and industry information.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88B72-E873-4705-A8B7-1012B837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7F7BA-5193-4BF6-AC3A-AE5056EA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The method should be selected because it answers a specific research question, not because it is quick or familiar.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9F759-4851-4111-96DC-525F5752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565B5-05EF-431C-B52C-2968C9F8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designer wants to understand why older users struggle with a packaging closure. Which combination is strongest?</a:t>
            </a:r>
          </a:p>
        </p:txBody>
      </p:sp>
    </p:spTree>
    <p:extLst>
      <p:ext uri="{BB962C8B-B14F-4D97-AF65-F5344CB8AC3E}">
        <p14:creationId xmlns:p14="http://schemas.microsoft.com/office/powerpoint/2010/main" val="1273974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471E8329-837B-48B9-938B-211AC38B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3AD0D-0FD9-4830-B8C6-A343CD13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91AC2-02B5-40D4-83B7-8F17B282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2B249-6D53-4C07-8540-2BCCDB14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ED6B7959-4880-44D1-846D-43E5B3FA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Qualitative and quantitative data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90d23a6434c83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CB0AB-4036-4AE5-AAFB-CA434CB5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1314E-0CFF-49FB-B430-B3266081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AF9CD-3AE6-4543-A7B5-D65D82D2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1C16E-F2C4-4F4B-8CCA-299065F2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Qualitative methods can reveal language, frustrations, preferences and unexpected user experiences.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40267-8A41-40D6-A028-BB4E41D8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C327B-DBF5-41CE-89FC-38DF550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Quantitative methods can compare dimensions, forces, frequencies, rankings, percentages and performance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B039E5-D061-406F-883C-331DC369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DADDD-4803-4390-9050-5B9E136D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Data should be analysed rather than simply displayed; patterns and limitations need to be identified.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D4845-0E11-49B4-812C-7AF39449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9FAD8-E776-4E85-A386-A21424FD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trial shows that 70% of participants take longer than ten seconds to use a latch, and interviews describe confusion about its direction. What is the best use of the findings?</a:t>
            </a:r>
          </a:p>
        </p:txBody>
      </p:sp>
    </p:spTree>
    <p:extLst>
      <p:ext uri="{BB962C8B-B14F-4D97-AF65-F5344CB8AC3E}">
        <p14:creationId xmlns:p14="http://schemas.microsoft.com/office/powerpoint/2010/main" val="1228100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7CBFB1D2-61D9-491C-9F88-E1773F8D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5E33A-6F17-4416-A5E6-F7CD0ACF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A91E7-CE71-4498-86C4-40D371DC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6B61F-240E-4157-9965-6B52AFCC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AA07F119-877A-4090-AD56-500E5889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Ethical research and evidence synthesis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e7fc68e6f4b6c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F8AED9-2770-4CDB-9CDB-30A390A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7C23A-E291-417C-8EC5-A74059ED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E4E2A-F6C9-4B29-B51D-12C5AC13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8EC9A-C8BE-4215-B1B2-5E8C1EA9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Participants should understand the purpose, activity and intended use of their information before agreeing.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CC1DB-9050-42B7-8A63-38A77396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AEBBB-FB24-4CDD-86C1-6650E374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Personal information should be protected and reported only with appropriate permission.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FBD10-FB06-435F-984A-304B2484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7D333-3DBA-4E0B-A38B-0A65416A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Conflicting evidence should be examined rather than hidden; differences may reveal user groups, context or method limitations.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EF4B0-411F-435E-8EE4-3DC1102B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5ABC9-E7AC-484D-8582-0B9857E7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student wants to photograph a participant using a prototype and include the image in a public presentation. What is required?</a:t>
            </a:r>
          </a:p>
        </p:txBody>
      </p:sp>
    </p:spTree>
    <p:extLst>
      <p:ext uri="{BB962C8B-B14F-4D97-AF65-F5344CB8AC3E}">
        <p14:creationId xmlns:p14="http://schemas.microsoft.com/office/powerpoint/2010/main" val="901075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587E48E5-37B6-44DC-A0C0-F1B573CD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26D7D-4636-498E-BB77-76B2D343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7E59B-9D2B-4D2C-83C6-98F57AB2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B3806-F5DB-4C2B-953E-172CE37F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17C7F-6F47-4C7C-8247-AED5ED5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B6A11-4B5C-4F69-8C11-5E8E2776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A659E-3A06-44F1-A065-9BAAA474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0231C-1EDC-4AE7-BAEC-2EF40CBA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designer wants to understand why older users struggle with a packaging closure. Which combination is strongest?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679FA-6ECF-48E3-884A-668311D2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FCAE2-9FCC-4C7F-9BDE-283340F3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E49E5-4E27-49FD-A576-1309E4A9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trial shows that 70% of participants take longer than ten seconds to use a latch, and interviews describe confusion about its direction. What is the best use of the findings?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20BD1-AD17-4462-9CCA-DD85A90A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0B877-6210-4E0D-A362-752F1A79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73793-C867-4597-823D-55D7CFAF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student wants to photograph a participant using a prototype and include the image in a public presentation. What is required?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61AD0-25A7-48C3-A159-EE065D8E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4B265-65EC-45E9-AED0-2D05C069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2B469-D9D9-4FDA-8BE0-0B48DBEA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09FDD-4C39-4ECB-ABBD-0743D18D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7A2DD8-5DF8-43CF-882D-E1BB80DE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130529-E2F7-4F63-B5A8-141CB8D2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C6D8AC-F5FE-48CB-B50A-FDDA1B60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19260119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C4FD2AFA-7A05-4960-8CFC-9CC85F09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FA6C5-80A8-4B8E-8831-300A7565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04E49-4C6E-4F2F-B646-CACE97A1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81A9B-AA3F-4DDD-BA19-3641EE30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E3D43-FE27-40DC-8CD9-F48705F2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E4C4D7BD-9392-4CE0-A691-06D8BF0D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Prepare a research plan that combines methods, identifies participants and shows how findings will affect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F3093-0D46-431B-97BB-FCBB1AFB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6A461-90CA-4374-B38C-B971A57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FDFE8-B7A1-455B-8BDC-0C0B568B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22612-2D91-489F-9FB9-3732446A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A0F7B-54F7-48D4-B922-17E2A05A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2928B-A5EB-485F-BB85-A11F0EA7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AC926-9CB8-4530-AFE7-75D7D98D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D8325-48F3-4E48-88DB-691DD7B2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7CF64-1E7C-49DE-B149-D6D2E1E5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B9142-E1D7-48C4-89E7-F07F238A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188FB-5055-46FF-A06F-1D05D1F7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B7DDC-59E1-4366-866E-2A7E1CE1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91F82-9600-4FC9-BC62-7FD54DF2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9E0A8-7607-4040-952D-963EA2CA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13C328-74C3-4CD0-A88F-A998A4C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DD4DE-45F1-4D2D-8BCB-0BB8DD0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675030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D9177DAF-06C3-4FA0-89BA-8299308D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4292A-4FB2-4346-984E-EDED14AE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151C9-A550-49E3-8365-C73874D3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1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E3F41-8460-409D-937E-9AC0DCFE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5D692-BFA7-45F8-8FF3-70E70866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B9CA9-E28E-4353-8165-AE9E85D6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5E2D0-18C5-451D-BAB1-BD9FCB88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D97F3-6015-4584-88FB-DACB11AD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9293B-D89B-4548-8567-76652C88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CBA53-3D93-49B7-A296-41DC3693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13B8A-FE1F-4461-BC41-03ACB667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571AD-430F-4C12-9869-9FD56A7B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D453B-D1DA-4171-8FB4-0BE0B557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00ABF8-1861-4729-BD20-E2D7FF51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Research Assignment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7861F-FE61-4697-8DBA-0E205C05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B33AE8-EA25-46D4-B3A8-75708802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222220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2026-08-31T18:33:38.8450000Z</dcterms:created>
  <dcterms:modified xsi:type="dcterms:W3CDTF">2026-08-31T18:33:38.8450000Z</dcterms:modified>
</coreProperties>
</file>