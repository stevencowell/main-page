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09c6b728c546de" /><Relationship Type="http://schemas.openxmlformats.org/officeDocument/2006/relationships/extended-properties" Target="/docProps/app.xml" Id="R037a02e821664de8" /><Relationship Type="http://schemas.openxmlformats.org/officeDocument/2006/relationships/officeDocument" Target="/ppt/presentation.xml" Id="Rbb570f288d6f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34297e64f43e4"/>
  </p:sldMasterIdLst>
  <p:notesMasterIdLst>
    <p:notesMasterId xmlns:r="http://schemas.openxmlformats.org/officeDocument/2006/relationships" r:id="Rbf6ad588db784fc5"/>
  </p:notesMasterIdLst>
  <p:sldIdLst>
    <p:sldId xmlns:r="http://schemas.openxmlformats.org/officeDocument/2006/relationships" id="256" r:id="R5b5e0daa38e748bf"/>
    <p:sldId xmlns:r="http://schemas.openxmlformats.org/officeDocument/2006/relationships" id="257" r:id="Rcd97248d2064471e"/>
    <p:sldId xmlns:r="http://schemas.openxmlformats.org/officeDocument/2006/relationships" id="258" r:id="R2000524bcc214243"/>
    <p:sldId xmlns:r="http://schemas.openxmlformats.org/officeDocument/2006/relationships" id="259" r:id="R34611c9fa2ce48da"/>
    <p:sldId xmlns:r="http://schemas.openxmlformats.org/officeDocument/2006/relationships" id="260" r:id="Red5ae1048e0e48e5"/>
    <p:sldId xmlns:r="http://schemas.openxmlformats.org/officeDocument/2006/relationships" id="261" r:id="Rf96ec7b8cf284f2f"/>
    <p:sldId xmlns:r="http://schemas.openxmlformats.org/officeDocument/2006/relationships" id="262" r:id="Re5a7facb1a4246f3"/>
    <p:sldId xmlns:r="http://schemas.openxmlformats.org/officeDocument/2006/relationships" id="263" r:id="R57db8a38b5d0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0297e3b584b50" /><Relationship Type="http://schemas.openxmlformats.org/officeDocument/2006/relationships/slideMaster" Target="/ppt/slideMasters/slideMaster1.xml" Id="Rfd434297e64f43e4" /><Relationship Type="http://schemas.openxmlformats.org/officeDocument/2006/relationships/notesMaster" Target="/ppt/notesMasters/notesMaster1.xml" Id="Rbf6ad588db784fc5" /><Relationship Type="http://schemas.openxmlformats.org/officeDocument/2006/relationships/presProps" Target="/ppt/presProps.xml" Id="Ra3549fce6b4d4186" /><Relationship Type="http://schemas.openxmlformats.org/officeDocument/2006/relationships/tableStyles" Target="/ppt/tableStyles.xml" Id="R5e7e92611ed54432" /><Relationship Type="http://schemas.openxmlformats.org/officeDocument/2006/relationships/slide" Target="/ppt/slides/slide1.xml" Id="R5b5e0daa38e748bf" /><Relationship Type="http://schemas.openxmlformats.org/officeDocument/2006/relationships/slide" Target="/ppt/slides/slide2.xml" Id="Rcd97248d2064471e" /><Relationship Type="http://schemas.openxmlformats.org/officeDocument/2006/relationships/slide" Target="/ppt/slides/slide3.xml" Id="R2000524bcc214243" /><Relationship Type="http://schemas.openxmlformats.org/officeDocument/2006/relationships/slide" Target="/ppt/slides/slide4.xml" Id="R34611c9fa2ce48da" /><Relationship Type="http://schemas.openxmlformats.org/officeDocument/2006/relationships/slide" Target="/ppt/slides/slide5.xml" Id="Red5ae1048e0e48e5" /><Relationship Type="http://schemas.openxmlformats.org/officeDocument/2006/relationships/slide" Target="/ppt/slides/slide6.xml" Id="Rf96ec7b8cf284f2f" /><Relationship Type="http://schemas.openxmlformats.org/officeDocument/2006/relationships/slide" Target="/ppt/slides/slide7.xml" Id="Re5a7facb1a4246f3" /><Relationship Type="http://schemas.openxmlformats.org/officeDocument/2006/relationships/slide" Target="/ppt/slides/slide8.xml" Id="R57db8a38b5d0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43d690ea948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e959b896e04365" /><Relationship Type="http://schemas.openxmlformats.org/officeDocument/2006/relationships/notesMaster" Target="/ppt/notesMasters/notesMaster1.xml" Id="R662bd534562f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8712b12c294868" /><Relationship Type="http://schemas.openxmlformats.org/officeDocument/2006/relationships/notesMaster" Target="/ppt/notesMasters/notesMaster1.xml" Id="R21f5635b06a5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9f8f2a230473c" /><Relationship Type="http://schemas.openxmlformats.org/officeDocument/2006/relationships/notesMaster" Target="/ppt/notesMasters/notesMaster1.xml" Id="R304b97833a0c43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3b15f49d94679" /><Relationship Type="http://schemas.openxmlformats.org/officeDocument/2006/relationships/notesMaster" Target="/ppt/notesMasters/notesMaster1.xml" Id="Rf61c325f4e32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5ba192b864f19" /><Relationship Type="http://schemas.openxmlformats.org/officeDocument/2006/relationships/notesMaster" Target="/ppt/notesMasters/notesMaster1.xml" Id="R67e32b51d8c344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3c91e83dc74a2f" /><Relationship Type="http://schemas.openxmlformats.org/officeDocument/2006/relationships/notesMaster" Target="/ppt/notesMasters/notesMaster1.xml" Id="R0f4eabad7914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f80016b01845ec" /><Relationship Type="http://schemas.openxmlformats.org/officeDocument/2006/relationships/notesMaster" Target="/ppt/notesMasters/notesMaster1.xml" Id="Ra4b42c582c3a46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88702e4e3b44cf" /><Relationship Type="http://schemas.openxmlformats.org/officeDocument/2006/relationships/notesMaster" Target="/ppt/notesMasters/notesMaster1.xml" Id="Rc65fa624c44f4a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CAD and rapid prototyping.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Build controlled digital models, transfer information to production and use rapid prototypes to test assumptions.</a:t>
            </a:r>
          </a:p>
          <a:p xmlns:a="http://schemas.openxmlformats.org/drawingml/2006/main">
            <a:r>
              <a:t>- Name the three learning areas without teaching them yet: CAD modelling and design intent; Rapid prototyping and 3D printing; Tolerance, fit and the Kitchen Companion.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CAD modelling and design intent: Create editable CAD models whose features, dimensions and relationships reflect design decisions.</a:t>
            </a:r>
          </a:p>
          <a:p xmlns:a="http://schemas.openxmlformats.org/drawingml/2006/main">
            <a:r>
              <a:t>- 2. Rapid prototyping and 3D printing: Use rapid prototypes to test form, fit, function and manufacture before final production.</a:t>
            </a:r>
          </a:p>
          <a:p xmlns:a="http://schemas.openxmlformats.org/drawingml/2006/main">
            <a:r>
              <a:t>- 3. Tolerance, fit and the Kitchen Companion: Plan and test clearances so moving or mating 3D-printed parts work reliably.</a:t>
            </a:r>
          </a:p>
          <a:p xmlns:a="http://schemas.openxmlformats.org/drawingml/2006/main">
            <a:r>
              <a:t>- Retrieval prompt: Which idea is most likely to change a real design decision in Kitchen Companion,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CAD modelling and design intent.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assets/module-09-map.svg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Create editable CAD models whose features, dimensions and relationships reflect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Sketch constraints and dimensions should control important geometry rather than merely make the sketch appear complete.</a:t>
            </a:r>
          </a:p>
          <a:p xmlns:a="http://schemas.openxmlformats.org/drawingml/2006/main">
            <a:r>
              <a:t>- Feature order affects how easily a model can be understood, edited and repaired.</a:t>
            </a:r>
          </a:p>
          <a:p xmlns:a="http://schemas.openxmlformats.org/drawingml/2006/main">
            <a:r>
              <a:t>- Named parts, versions and meaningful comments reduce confusion in collaborative or iterative work.</a:t>
            </a:r>
          </a:p>
          <a:p xmlns:a="http://schemas.openxmlformats.org/drawingml/2006/main">
            <a:r>
              <a:t>- CAD accuracy must be checked against the brief, material, manufacturing process and physical tests.</a:t>
            </a:r>
          </a:p>
          <a:p xmlns:a="http://schemas.openxmlformats.org/drawingml/2006/main">
            <a:r>
              <a:t>- Visual notice: Ask students what the scene makes visible about cad modelling and design intent, then connect observations to the stated principles.</a:t>
            </a:r>
          </a:p>
          <a:p xmlns:a="http://schemas.openxmlformats.org/drawingml/2006/main">
            <a:r>
              <a:t>- Evidence prompt: A team changes one width and several holes move incorrectly. What is the best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fully constrained sketch is correct regardless of how the constraints were applied.</a:t>
            </a:r>
          </a:p>
          <a:p xmlns:a="http://schemas.openxmlformats.org/drawingml/2006/main">
            <a:r>
              <a:t>- Feature history is only a record and has little effect on editing.</a:t>
            </a:r>
          </a:p>
          <a:p xmlns:a="http://schemas.openxmlformats.org/drawingml/2006/main">
            <a:r>
              <a:t>- The newest file is always the correct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Rapid prototyping and 3D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computer-based technology content; CAD competency resources in the authorised Drive.</a:t>
            </a:r>
          </a:p>
          <a:p xmlns:a="http://schemas.openxmlformats.org/drawingml/2006/main">
            <a:r>
              <a:t>- Visual: approved family-generated teaching asset, Year 12 D&amp;T assets/images/m08s01.png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rapid prototypes to test form, fit, function and manufacture before final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prototype should answer a defined design question rather than simply demonstrate that a file can be printed.</a:t>
            </a:r>
          </a:p>
          <a:p xmlns:a="http://schemas.openxmlformats.org/drawingml/2006/main">
            <a:r>
              <a:t>- Print orientation can affect surface quality, strength, support and accuracy.</a:t>
            </a:r>
          </a:p>
          <a:p xmlns:a="http://schemas.openxmlformats.org/drawingml/2006/main">
            <a:r>
              <a:t>- Small test pieces often provide faster and cheaper evidence than printing a complete design.</a:t>
            </a:r>
          </a:p>
          <a:p xmlns:a="http://schemas.openxmlformats.org/drawingml/2006/main">
            <a:r>
              <a:t>- The result should be measured and observed, then used to modify the digital model or production plan.</a:t>
            </a:r>
          </a:p>
          <a:p xmlns:a="http://schemas.openxmlformats.org/drawingml/2006/main">
            <a:r>
              <a:t>- Visual notice: Ask students what the scene makes visible about rapid prototyping and 3d printing, then connect observations to the stated principles.</a:t>
            </a:r>
          </a:p>
          <a:p xmlns:a="http://schemas.openxmlformats.org/drawingml/2006/main">
            <a:r>
              <a:t>- Evidence prompt: A hinged feature is uncertain and the full print will take eight hours. What is the best strategy?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final-size product should be printed first so all features are tested together.</a:t>
            </a:r>
          </a:p>
          <a:p xmlns:a="http://schemas.openxmlformats.org/drawingml/2006/main">
            <a:r>
              <a:t>- A successful print proves the design is successful.</a:t>
            </a:r>
          </a:p>
          <a:p xmlns:a="http://schemas.openxmlformats.org/drawingml/2006/main">
            <a:r>
              <a:t>- Orientation affects appearance but not performance or resource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Tolerance, fit and the Kitchen Companion.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Kitchen Companion brief and teacher answer booklet on rapid prototyping/3D printing.</a:t>
            </a:r>
          </a:p>
          <a:p xmlns:a="http://schemas.openxmlformats.org/drawingml/2006/main">
            <a:r>
              <a:t>- Visual: approved family-generated teaching asset, Year 12 D&amp;T assets/images/m08s02.png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Plan and test clearances so moving or mating 3D-printed parts work reliably.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Nominal CAD dimensions are not identical to the dimensions a printer will produce.</a:t>
            </a:r>
          </a:p>
          <a:p xmlns:a="http://schemas.openxmlformats.org/drawingml/2006/main">
            <a:r>
              <a:t>- Clearance tests should use representative geometry, settings and orientation where possible.</a:t>
            </a:r>
          </a:p>
          <a:p xmlns:a="http://schemas.openxmlformats.org/drawingml/2006/main">
            <a:r>
              <a:t>- A tolerance test should measure fit, movement, retention and repeatability rather than rely only on visual inspection.</a:t>
            </a:r>
          </a:p>
          <a:p xmlns:a="http://schemas.openxmlformats.org/drawingml/2006/main">
            <a:r>
              <a:t>- The team should record the approved setting and model change so every part uses the same evidence-based decision.</a:t>
            </a:r>
          </a:p>
          <a:p xmlns:a="http://schemas.openxmlformats.org/drawingml/2006/main">
            <a:r>
              <a:t>- Visual notice: Ask students what the scene makes visible about tolerance, fit and the kitchen companion, then connect observations to the stated principles.</a:t>
            </a:r>
          </a:p>
          <a:p xmlns:a="http://schemas.openxmlformats.org/drawingml/2006/main">
            <a:r>
              <a:t>- Evidence prompt: A 0.2 mm sliding test binds in one orientation but works in another. What should the team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0.2 mm clearance will work identically on every printer and feature.</a:t>
            </a:r>
          </a:p>
          <a:p xmlns:a="http://schemas.openxmlformats.org/drawingml/2006/main">
            <a:r>
              <a:t>- If two parts fit once, the tolerance has been validated.</a:t>
            </a:r>
          </a:p>
          <a:p xmlns:a="http://schemas.openxmlformats.org/drawingml/2006/main">
            <a:r>
              <a:t>- Sanding parts until they move is equivalent to designing the correct clearance.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Kitchen Companion brief: 100% 3D printed, no glue or screws, and 0.2 mm moving-part tolerance testing.</a:t>
            </a:r>
          </a:p>
          <a:p xmlns:a="http://schemas.openxmlformats.org/drawingml/2006/main">
            <a:r>
              <a:t>- Visual: approved family-generated teaching asset, Year 12 D&amp;T assets/images/m08s03.png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team changes one width and several holes move incorrectly. What is the best response?</a:t>
            </a:r>
          </a:p>
          <a:p xmlns:a="http://schemas.openxmlformats.org/drawingml/2006/main">
            <a:r>
              <a:t>- Indicative answer: Inspect the sketch references and feature order, rebuild the relationships around design intent, then verify dependent dimensions.</a:t>
            </a:r>
          </a:p>
          <a:p xmlns:a="http://schemas.openxmlformats.org/drawingml/2006/main">
            <a:r>
              <a:t>- Check 2: A hinged feature is uncertain and the full print will take eight hours. What is the best strategy?</a:t>
            </a:r>
          </a:p>
          <a:p xmlns:a="http://schemas.openxmlformats.org/drawingml/2006/main">
            <a:r>
              <a:t>- Indicative answer: Print a small representative hinge test using the intended orientation and settings, measure performance and update the model before the full print.</a:t>
            </a:r>
          </a:p>
          <a:p xmlns:a="http://schemas.openxmlformats.org/drawingml/2006/main">
            <a:r>
              <a:t>- Check 3: A 0.2 mm sliding test binds in one orientation but works in another. What should the team do?</a:t>
            </a:r>
          </a:p>
          <a:p xmlns:a="http://schemas.openxmlformats.org/drawingml/2006/main">
            <a:r>
              <a:t>- Indicative answer: Record the result, investigate orientation and process effects, adjust the test systematically and justify the final clearance used.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computer-based technology content; CAD competency resources in the authorised Drive.</a:t>
            </a:r>
          </a:p>
          <a:p xmlns:a="http://schemas.openxmlformats.org/drawingml/2006/main">
            <a:r>
              <a:t>- Y11 source note: Current Kitchen Companion brief and teacher answer booklet on rapid prototyping/3D printing.</a:t>
            </a:r>
          </a:p>
          <a:p xmlns:a="http://schemas.openxmlformats.org/drawingml/2006/main">
            <a:r>
              <a:t>- Y11 source note: Current Kitchen Companion brief: 100% 3D printed, no glue or screws, and 0.2 mm moving-part tolerance testing.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Create and document a 0.2 mm tolerance test before committing the Kitchen Companion final print.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computer-based technology content; CAD competency resources in the authorised Drive.</a:t>
            </a:r>
          </a:p>
          <a:p xmlns:a="http://schemas.openxmlformats.org/drawingml/2006/main">
            <a:r>
              <a:t>- Y11 source note: Current Kitchen Companion brief and teacher answer booklet on rapid prototyping/3D printing.</a:t>
            </a:r>
          </a:p>
          <a:p xmlns:a="http://schemas.openxmlformats.org/drawingml/2006/main">
            <a:r>
              <a:t>- Y11 source note: Current Kitchen Companion brief: 100% 3D printed, no glue or screws, and 0.2 mm moving-part tolerance testing.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Kitchen Companion.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computer-based technology content; CAD competency resources in the authorised Drive.</a:t>
            </a:r>
          </a:p>
          <a:p xmlns:a="http://schemas.openxmlformats.org/drawingml/2006/main">
            <a:r>
              <a:t>- Y11 source note: Current Kitchen Companion brief and teacher answer booklet on rapid prototyping/3D printing.</a:t>
            </a:r>
          </a:p>
          <a:p xmlns:a="http://schemas.openxmlformats.org/drawingml/2006/main">
            <a:r>
              <a:t>- Y11 source note: Current Kitchen Companion brief: 100% 3D printed, no glue or screws, and 0.2 mm moving-part tolerance testing.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da84068b3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66eac50ed4d72" /><Relationship Type="http://schemas.openxmlformats.org/officeDocument/2006/relationships/slideLayout" Target="/ppt/slideLayouts/slideLayout1.xml" Id="R0f6b117c81ed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6b117c81ed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85bc71e84ed6" /><Relationship Type="http://schemas.openxmlformats.org/officeDocument/2006/relationships/image" Target="/ppt/media/image.png" Id="Recbad21520a04710" /><Relationship Type="http://schemas.openxmlformats.org/officeDocument/2006/relationships/notesSlide" Target="/ppt/notesSlides/notesSlide1.xml" Id="R4916081ad39c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151261061418b" /><Relationship Type="http://schemas.openxmlformats.org/officeDocument/2006/relationships/image" Target="/ppt/media/image2.png" Id="R2375d745db604787" /><Relationship Type="http://schemas.openxmlformats.org/officeDocument/2006/relationships/image" Target="/ppt/media/image.svg" Id="Rc472c166558c436f" /><Relationship Type="http://schemas.openxmlformats.org/officeDocument/2006/relationships/notesSlide" Target="/ppt/notesSlides/notesSlide2.xml" Id="R31c915b583a9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5e6f6e7a64b0d" /><Relationship Type="http://schemas.openxmlformats.org/officeDocument/2006/relationships/image" Target="/ppt/media/image3.png" Id="R4578d91925e14c45" /><Relationship Type="http://schemas.openxmlformats.org/officeDocument/2006/relationships/notesSlide" Target="/ppt/notesSlides/notesSlide3.xml" Id="Rca88e3882bb2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998ce8ff644de" /><Relationship Type="http://schemas.openxmlformats.org/officeDocument/2006/relationships/image" Target="/ppt/media/image4.png" Id="R7dfa5aa9c2d0479e" /><Relationship Type="http://schemas.openxmlformats.org/officeDocument/2006/relationships/notesSlide" Target="/ppt/notesSlides/notesSlide4.xml" Id="Rd0dc1ac15306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581fd80ee4aa1" /><Relationship Type="http://schemas.openxmlformats.org/officeDocument/2006/relationships/image" Target="/ppt/media/image5.png" Id="Rfccc7bd5d0a04e79" /><Relationship Type="http://schemas.openxmlformats.org/officeDocument/2006/relationships/notesSlide" Target="/ppt/notesSlides/notesSlide5.xml" Id="Rf8127ff62cd8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a6799b3384ee1" /><Relationship Type="http://schemas.openxmlformats.org/officeDocument/2006/relationships/notesSlide" Target="/ppt/notesSlides/notesSlide6.xml" Id="Raa059b1072a34c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7b305693241f1" /><Relationship Type="http://schemas.openxmlformats.org/officeDocument/2006/relationships/notesSlide" Target="/ppt/notesSlides/notesSlide7.xml" Id="Rbf25647a2bdd47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3d7fb7c24371" /><Relationship Type="http://schemas.openxmlformats.org/officeDocument/2006/relationships/notesSlide" Target="/ppt/notesSlides/notesSlide8.xml" Id="Rc370f252228d4c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ad21520a04710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2F0A5-49B0-42BD-8036-E0607DF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AB8FD-8E9C-48CA-B608-EAD6DB57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09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56F77873-B707-477E-BEDE-29D5CDB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CAD and rapid prototyping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E365BBA3-1D00-41AC-8785-3095879B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Build controlled digital models, transfer information to production and use rapid prototypes to test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86A48-EC48-4F6E-8854-349ACD7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Kitchen Companion  ·  P6.2 · P4.1 · P4.2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C173-21F7-400D-8CE6-DBFCAC1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EADA-5582-4379-8A1B-E1A5E265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561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499FB930-E8CB-40BE-BFE6-3F119B5C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6578-2291-4582-BCA5-7E3D3F3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9F0B4-2708-4363-A94B-0B07635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BFE95-16A1-440B-87D3-BC02D2A5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EE2CE311-69AB-4388-BB84-B2444AF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5d745db604787">
            <a:extLst>
              <a:ext uri="{96DAC541-7B7A-43D3-8B79-37D633B846F1}">
                <asvg:svgBlip xmlns:asvg="http://schemas.microsoft.com/office/drawing/2016/SVG/main" r:embed="Rc472c166558c43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B0537F79-121C-472F-92B3-C79F52E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C30A8-6B0B-4E72-BE0D-EB89F93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1396A-F18A-4BEF-99FC-E01E6F9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Create and document a 0.2 mm tolerance test before committing the Kitchen Companion final print.</a:t>
            </a:r>
          </a:p>
        </p:txBody>
      </p:sp>
    </p:spTree>
    <p:extLst>
      <p:ext uri="{BB962C8B-B14F-4D97-AF65-F5344CB8AC3E}">
        <p14:creationId xmlns:p14="http://schemas.microsoft.com/office/powerpoint/2010/main" val="1038228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EE458659-1DDA-4DE5-87D7-512BAB58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FC00C-1B6A-447F-A2AE-290EE3E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39260-5167-48D4-ABED-44FB98A3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A0D1D-3E5F-4723-A384-B92FA49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DD24D6AA-0510-429B-8FC0-9FE5D49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CAD modelling and design intent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8d91925e14c45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7DE1-1D44-4787-9BCA-E223815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B1E7E-0DEE-43E1-ABF5-BF09F813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4959E-CDED-4E53-B407-620B6789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79F18-3D98-4E09-8A4D-11F9643A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Sketch constraints and dimensions should control important geometry rather than merely make the sketch appear 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1D944-C8DB-44D1-90D3-A35F9BB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364E0-1A85-4765-9A3C-6F9183AC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Feature order affects how easily a model can be understood, edited and repaired.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ECE93-1F7D-48DE-A1DC-E81144E6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19ABD-C5CA-4255-ACD8-0D34130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Named parts, versions and meaningful comments reduce confusion in collaborative or iterative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71789-E124-4619-84CA-A1418789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2CD62-F661-4493-A026-46E72E94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team changes one width and several holes move incorrectly. What is the best response?</a:t>
            </a:r>
          </a:p>
        </p:txBody>
      </p:sp>
    </p:spTree>
    <p:extLst>
      <p:ext uri="{BB962C8B-B14F-4D97-AF65-F5344CB8AC3E}">
        <p14:creationId xmlns:p14="http://schemas.microsoft.com/office/powerpoint/2010/main" val="773159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F76F4EC5-EAF7-4CD5-B454-DB5742D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8E046-A8BD-4577-8B52-B0F84DE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C875-7CC6-4AD0-B33C-D97927A1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6775-7313-4D52-8117-98C97ADC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78E12435-9EC7-4FD2-A3F4-5E0CC841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Rapid prototyping and 3D printing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a5aa9c2d0479e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C6AE5-F8CC-4B9E-A8CC-56EF827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4F16D-5ACD-4DDB-AB0B-47111058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72A1D-4F96-4FA3-A278-C0F15BB8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E9D9C-0AEE-4054-8319-FAA40BB4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prototype should answer a defined design question rather than simply demonstrate that a file can be printed.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2703F-F05A-4DFA-93E9-8ACCECF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EA7F5-0D7E-4240-8A8F-1079DF0A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Print orientation can affect surface quality, strength, support and 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C1172-4AD2-4A09-8CD6-A555A01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EBCB9-5898-49C3-8070-EF3BC696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Small test pieces often provide faster and cheaper evidence than printing a complete design.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53CE9-224F-499A-A0C6-4414CE6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21282-E300-4C95-8BE7-7BF0CC68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hinged feature is uncertain and the full print will take eight hours. What is the best strategy?</a:t>
            </a:r>
          </a:p>
        </p:txBody>
      </p:sp>
    </p:spTree>
    <p:extLst>
      <p:ext uri="{BB962C8B-B14F-4D97-AF65-F5344CB8AC3E}">
        <p14:creationId xmlns:p14="http://schemas.microsoft.com/office/powerpoint/2010/main" val="44046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08442286-CC9F-4ADD-9C5D-D79C024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DBFF6-359B-4E10-B509-C1D37D5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1CDF7-D2E8-4A9A-ABEE-4DFEDCC9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B079E-3B96-4F11-85EA-6C1E126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C0E1B8C6-CFF4-44E8-9A85-4C74ED9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Tolerance, fit and the Kitchen Companion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c7bd5d0a04e79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0F625-4565-4229-AAC6-1CBA8F3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CB196-DB03-4EA5-A823-EF293EA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97DBA-1BD8-40DA-8D75-413C325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24B53-561A-414B-BFA2-A34FB98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Nominal CAD dimensions are not identical to the dimensions a printer will produce.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5C68-FE30-4338-A065-9C82F9C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7EFEF-09B6-438F-9B8D-7659CBD7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Clearance tests should use representative geometry, settings and orientation where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8464A-BD97-4408-9458-6CBE0D9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24B29-4166-4FA4-8D71-35A1A31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tolerance test should measure fit, movement, retention and repeatability rather than rely only on visual inspection.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2F624-0FD9-4F35-8DBF-B8CD57E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12559-AA55-4E11-BA4C-75824CC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0.2 mm sliding test binds in one orientation but works in another. What should the team do?</a:t>
            </a:r>
          </a:p>
        </p:txBody>
      </p:sp>
    </p:spTree>
    <p:extLst>
      <p:ext uri="{BB962C8B-B14F-4D97-AF65-F5344CB8AC3E}">
        <p14:creationId xmlns:p14="http://schemas.microsoft.com/office/powerpoint/2010/main" val="1796437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86E5D7DC-9F6F-44E4-A841-CB1495F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E5D4F-CFDA-448C-94EE-2123D08A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A34E3-11EA-4EF4-9073-135F028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BEC29-8F26-4E5F-8125-83A6CF5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9BDAA-1AD9-46F6-8CAC-79A3EA1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56CB1-FB0D-4944-AA28-3F9C2D0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3B914-FA02-45D6-85EA-6EFE648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7E0C8-A5BC-492B-835F-CDEF36F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team changes one width and several holes move incorrectly. What is the best response?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6E86B-B3B7-4CCD-975A-99363E6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630B9-3B2A-4FDA-A327-62E7C7ED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7ED95-5EF4-448D-B03B-BE2B5711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hinged feature is uncertain and the full print will take eight hours. What is the best strategy?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DBE30-A340-4FD7-ABA2-C6BCF2A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92394-59B3-4156-BA8A-EB623EF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BFDCC-F3C5-4C84-930A-F5FF296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0.2 mm sliding test binds in one orientation but works in another. What should the team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F5914-B555-4FA5-B351-D9396D3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5CC44-76C7-4666-98E4-254BFA5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2E9AA-DEC1-4ECD-9755-A782CBD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6DCFD-6539-4AF7-9301-10E085B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73FEC-E421-400A-B864-DB46282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5E0C1-D98F-4424-B467-A1D8DFB5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DFC87-66FC-48BF-89EF-AC2B693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827740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70121405-4C37-4443-AC5A-FC0B9C6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20567-8560-4DFA-93C1-0092EA6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C9AA0-F9B6-4DC9-8831-D74C238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AD30C-5573-4D48-981A-2434F984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2399C-B3B2-4C05-8265-FC8105B2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0C801BE0-4591-440A-8BFB-1E51DF2E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Create and document a 0.2 mm tolerance test before committing the Kitchen Companion final print.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DCB7-3367-45A2-AE57-07ED739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371E-FDA7-4395-A466-5104E97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3279B-93A8-4FB1-A2B3-9EB498B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0ED11-4322-4211-8396-81B2F4AF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F74C8-313E-4920-A038-0B86A18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CCC62-B6C8-4D1A-9591-7C679B5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FFB4D-A0C1-403E-A0BD-8FBCF39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B8558-FA07-4C14-95C1-B492EEB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1F9FB-571D-41F1-B5B3-8FB4A22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5C140-03C9-42C3-9825-70B43AE7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47B0C-7DCE-40B4-9F17-A05618C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9C0FE-7DB5-44DB-9C89-154F6598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514EE-E5AB-44B3-BD73-ED0F0D1F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5EE92-2479-4DAC-83DA-4BCE8A1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77F27-1E3C-4ECB-B3AF-D029DA7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96029-96E0-486D-818A-CF62C8D4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661646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A7109C3B-197F-4C45-9603-127122D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AC2F3-6E5B-47DE-9A0E-B1E7E01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3B97F-7BD6-4CF2-833C-C1B8E447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2 · Weeks 17–18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D2D1A-05D7-4CCE-A51E-24456A6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EE467-79C4-414F-B156-79B2132C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77FD2-B27D-4A16-9410-E7DF8B0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44B0-C2D2-461A-AC57-F0ECA79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C414E-DD57-4EEE-AE85-287A8A0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B3A3C-A26B-4F5F-90CD-C08E0D55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FEDD1-CC15-4C28-AC3D-84235C8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77BF1-1AE4-456F-B2AC-96CA0BC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342EF-F2E8-447F-B4E2-6A59E7B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A2F63-F76C-49AC-AA32-9C93107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F6DFF-8B14-4853-B4B8-4BF2E3E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Kitchen Companion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96738-B9AC-4EE1-9B9C-270031F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3F3C8-4A41-495B-9C4B-8E29FE3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767618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2026-08-31T18:33:49.9470000Z</dcterms:created>
  <dcterms:modified xsi:type="dcterms:W3CDTF">2026-08-31T18:33:49.9470000Z</dcterms:modified>
</coreProperties>
</file>