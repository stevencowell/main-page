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dea45596bd4d9c" /><Relationship Type="http://schemas.openxmlformats.org/officeDocument/2006/relationships/extended-properties" Target="/docProps/app.xml" Id="Rbebdd0c81ab144fc" /><Relationship Type="http://schemas.openxmlformats.org/officeDocument/2006/relationships/officeDocument" Target="/ppt/presentation.xml" Id="Rc6f293d946e749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7a9a54ad9a4f9f"/>
  </p:sldMasterIdLst>
  <p:notesMasterIdLst>
    <p:notesMasterId xmlns:r="http://schemas.openxmlformats.org/officeDocument/2006/relationships" r:id="Re8792e4b01304d07"/>
  </p:notesMasterIdLst>
  <p:sldIdLst>
    <p:sldId xmlns:r="http://schemas.openxmlformats.org/officeDocument/2006/relationships" id="256" r:id="R6bef4ce4d708459d"/>
    <p:sldId xmlns:r="http://schemas.openxmlformats.org/officeDocument/2006/relationships" id="257" r:id="R7df5eebbe0e24440"/>
    <p:sldId xmlns:r="http://schemas.openxmlformats.org/officeDocument/2006/relationships" id="258" r:id="R96ba45bc94e14c04"/>
    <p:sldId xmlns:r="http://schemas.openxmlformats.org/officeDocument/2006/relationships" id="259" r:id="Rb24c38695c714d16"/>
    <p:sldId xmlns:r="http://schemas.openxmlformats.org/officeDocument/2006/relationships" id="260" r:id="R2147e3727acb480d"/>
    <p:sldId xmlns:r="http://schemas.openxmlformats.org/officeDocument/2006/relationships" id="261" r:id="R9a65f9e47e4b4fae"/>
    <p:sldId xmlns:r="http://schemas.openxmlformats.org/officeDocument/2006/relationships" id="262" r:id="R22a210f5c3f84a33"/>
    <p:sldId xmlns:r="http://schemas.openxmlformats.org/officeDocument/2006/relationships" id="263" r:id="Rff41377b06ed47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c31bf98a441fe" /><Relationship Type="http://schemas.openxmlformats.org/officeDocument/2006/relationships/slideMaster" Target="/ppt/slideMasters/slideMaster1.xml" Id="R037a9a54ad9a4f9f" /><Relationship Type="http://schemas.openxmlformats.org/officeDocument/2006/relationships/notesMaster" Target="/ppt/notesMasters/notesMaster1.xml" Id="Re8792e4b01304d07" /><Relationship Type="http://schemas.openxmlformats.org/officeDocument/2006/relationships/presProps" Target="/ppt/presProps.xml" Id="R3dd03c6595834043" /><Relationship Type="http://schemas.openxmlformats.org/officeDocument/2006/relationships/tableStyles" Target="/ppt/tableStyles.xml" Id="R3a6148f593ff4182" /><Relationship Type="http://schemas.openxmlformats.org/officeDocument/2006/relationships/slide" Target="/ppt/slides/slide1.xml" Id="R6bef4ce4d708459d" /><Relationship Type="http://schemas.openxmlformats.org/officeDocument/2006/relationships/slide" Target="/ppt/slides/slide2.xml" Id="R7df5eebbe0e24440" /><Relationship Type="http://schemas.openxmlformats.org/officeDocument/2006/relationships/slide" Target="/ppt/slides/slide3.xml" Id="R96ba45bc94e14c04" /><Relationship Type="http://schemas.openxmlformats.org/officeDocument/2006/relationships/slide" Target="/ppt/slides/slide4.xml" Id="Rb24c38695c714d16" /><Relationship Type="http://schemas.openxmlformats.org/officeDocument/2006/relationships/slide" Target="/ppt/slides/slide5.xml" Id="R2147e3727acb480d" /><Relationship Type="http://schemas.openxmlformats.org/officeDocument/2006/relationships/slide" Target="/ppt/slides/slide6.xml" Id="R9a65f9e47e4b4fae" /><Relationship Type="http://schemas.openxmlformats.org/officeDocument/2006/relationships/slide" Target="/ppt/slides/slide7.xml" Id="R22a210f5c3f84a33" /><Relationship Type="http://schemas.openxmlformats.org/officeDocument/2006/relationships/slide" Target="/ppt/slides/slide8.xml" Id="Rff41377b06ed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5e4a94bb4b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8b7ca7ec344f8" /><Relationship Type="http://schemas.openxmlformats.org/officeDocument/2006/relationships/notesMaster" Target="/ppt/notesMasters/notesMaster1.xml" Id="R8a7c32597eae4c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9362c141c49af" /><Relationship Type="http://schemas.openxmlformats.org/officeDocument/2006/relationships/notesMaster" Target="/ppt/notesMasters/notesMaster1.xml" Id="R03b50f7314474a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0a3e4f4aae4a6b" /><Relationship Type="http://schemas.openxmlformats.org/officeDocument/2006/relationships/notesMaster" Target="/ppt/notesMasters/notesMaster1.xml" Id="R23cc6fcb8be444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918ec51ef41d2" /><Relationship Type="http://schemas.openxmlformats.org/officeDocument/2006/relationships/notesMaster" Target="/ppt/notesMasters/notesMaster1.xml" Id="R05fbfdc9ccf9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5a15047734480" /><Relationship Type="http://schemas.openxmlformats.org/officeDocument/2006/relationships/notesMaster" Target="/ppt/notesMasters/notesMaster1.xml" Id="Rb9a750c0caf144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b152ebb5d742d5" /><Relationship Type="http://schemas.openxmlformats.org/officeDocument/2006/relationships/notesMaster" Target="/ppt/notesMasters/notesMaster1.xml" Id="R25434ca402f847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3ffd0f7bb44a8" /><Relationship Type="http://schemas.openxmlformats.org/officeDocument/2006/relationships/notesMaster" Target="/ppt/notesMasters/notesMaster1.xml" Id="R4296e2d8214348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9e88acc4e943b8" /><Relationship Type="http://schemas.openxmlformats.org/officeDocument/2006/relationships/notesMaster" Target="/ppt/notesMasters/notesMaster1.xml" Id="R071bd4b0dce2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Communicating research and design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Choose communication methods for purpose and audience, use command verbs accurately and complete the Research Assignment with evidence.</a:t>
            </a:r>
          </a:p>
          <a:p xmlns:a="http://schemas.openxmlformats.org/drawingml/2006/main">
            <a:r>
              <a:t>- Name the three learning areas without teaching them yet: Communication methods and audience; Command verbs and evidence-based responses; Research Assignment synthesis.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Communication methods and audience: Select and combine written, graphical, verbal, physical and digital methods for a defined audience.</a:t>
            </a:r>
          </a:p>
          <a:p xmlns:a="http://schemas.openxmlformats.org/drawingml/2006/main">
            <a:r>
              <a:t>- 2. Command verbs and evidence-based responses: Respond directly to identify, outline, describe, explain, compare, justify, analyse and evaluate.</a:t>
            </a:r>
          </a:p>
          <a:p xmlns:a="http://schemas.openxmlformats.org/drawingml/2006/main">
            <a:r>
              <a:t>- 3. Research Assignment synthesis: Combine design profession, designer, innovation, settings and impacts into a clear source-based presentation.</a:t>
            </a:r>
          </a:p>
          <a:p xmlns:a="http://schemas.openxmlformats.org/drawingml/2006/main">
            <a:r>
              <a:t>- Retrieval prompt: Which idea is most likely to change a real design decision in Research Assignment completion,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Communication methods and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assets/module-05-map.svg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Select and combine written, graphical, verbal, physical and digital methods for a defined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Communication choices should respond to audience knowledge, purpose, context and access needs.</a:t>
            </a:r>
          </a:p>
          <a:p xmlns:a="http://schemas.openxmlformats.org/drawingml/2006/main">
            <a:r>
              <a:t>- Annotated sketches combine visual form with information about dimensions, materials, function and decisions.</a:t>
            </a:r>
          </a:p>
          <a:p xmlns:a="http://schemas.openxmlformats.org/drawingml/2006/main">
            <a:r>
              <a:t>- Models and prototypes communicate scale, form and interaction but may need labels or explanation to prevent misinterpretation.</a:t>
            </a:r>
          </a:p>
          <a:p xmlns:a="http://schemas.openxmlformats.org/drawingml/2006/main">
            <a:r>
              <a:t>- Digital presentations should use clear hierarchy, readable graphics, source acknowledgement and restrained detail.</a:t>
            </a:r>
          </a:p>
          <a:p xmlns:a="http://schemas.openxmlformats.org/drawingml/2006/main">
            <a:r>
              <a:t>- Visual notice: Ask students what the scene makes visible about communication methods and audience, then connect observations to the stated principles.</a:t>
            </a:r>
          </a:p>
          <a:p xmlns:a="http://schemas.openxmlformats.org/drawingml/2006/main">
            <a:r>
              <a:t>- Evidence prompt: A designer must explain a proposed kitchen accessory to a parent audience and a manufacturer. What is the best approach?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most visually impressive communication method is always best.</a:t>
            </a:r>
          </a:p>
          <a:p xmlns:a="http://schemas.openxmlformats.org/drawingml/2006/main">
            <a:r>
              <a:t>- Technical drawings are suitable for every audience without explanation.</a:t>
            </a:r>
          </a:p>
          <a:p xmlns:a="http://schemas.openxmlformats.org/drawingml/2006/main">
            <a:r>
              <a:t>- A model communicates every production detail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Command verbs and evidence-based 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communication content; current Research Assignment presentation expectations; teacher answer booklet on annotated sketches.</a:t>
            </a:r>
          </a:p>
          <a:p xmlns:a="http://schemas.openxmlformats.org/drawingml/2006/main">
            <a:r>
              <a:t>- Visual: approved family-generated teaching asset, Year 12 D&amp;T assets/images/m10s01.png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Respond directly to identify, outline, describe, explain, compare, justify, analyse and evaluate.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Identify or list requires relevant points without unnecessary explanation.</a:t>
            </a:r>
          </a:p>
          <a:p xmlns:a="http://schemas.openxmlformats.org/drawingml/2006/main">
            <a:r>
              <a:t>- Explain requires a clear relationship, reason or cause-and-effect link.</a:t>
            </a:r>
          </a:p>
          <a:p xmlns:a="http://schemas.openxmlformats.org/drawingml/2006/main">
            <a:r>
              <a:t>- Justify requires a defensible choice supported by evidence and context.</a:t>
            </a:r>
          </a:p>
          <a:p xmlns:a="http://schemas.openxmlformats.org/drawingml/2006/main">
            <a:r>
              <a:t>- Analyse and evaluate require connected reasoning, implications and, for evaluation, a supported judgement.</a:t>
            </a:r>
          </a:p>
          <a:p xmlns:a="http://schemas.openxmlformats.org/drawingml/2006/main">
            <a:r>
              <a:t>- Diagram notice: Trace IDENTIFY → EXPLAIN → JUSTIFY and ask where evidence changes the next decision.</a:t>
            </a:r>
          </a:p>
          <a:p xmlns:a="http://schemas.openxmlformats.org/drawingml/2006/main">
            <a:r>
              <a:t>- Evidence prompt: A question asks students to justify the selection of plywood for a prototype. Which response is strongest?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Every command verb can be answered with a detailed description.</a:t>
            </a:r>
          </a:p>
          <a:p xmlns:a="http://schemas.openxmlformats.org/drawingml/2006/main">
            <a:r>
              <a:t>- Justify means state that a choice is best.</a:t>
            </a:r>
          </a:p>
          <a:p xmlns:a="http://schemas.openxmlformats.org/drawingml/2006/main">
            <a:r>
              <a:t>- Analyse means list positive and negative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Research Assignment synthesis.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command-verb guidance and marking reminders.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Combine design profession, designer, innovation, settings and impacts into a clear source-based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selected profession should be described through its purpose, work practices, tools, technologies and outputs.</a:t>
            </a:r>
          </a:p>
          <a:p xmlns:a="http://schemas.openxmlformats.org/drawingml/2006/main">
            <a:r>
              <a:t>- The Australian designer and invention should be supported by reliable and acknowledged sources.</a:t>
            </a:r>
          </a:p>
          <a:p xmlns:a="http://schemas.openxmlformats.org/drawingml/2006/main">
            <a:r>
              <a:t>- The presentation should identify the relevant domestic, community, industrial or commercial setting and explain why it applies.</a:t>
            </a:r>
          </a:p>
          <a:p xmlns:a="http://schemas.openxmlformats.org/drawingml/2006/main">
            <a:r>
              <a:t>- Impact analysis should connect evidence to individuals, society and the environment, including limitations or trade-offs where relevant.</a:t>
            </a:r>
          </a:p>
          <a:p xmlns:a="http://schemas.openxmlformats.org/drawingml/2006/main">
            <a:r>
              <a:t>- Visual notice: Ask students what the scene makes visible about research assignment synthesis, then connect observations to the stated principles.</a:t>
            </a:r>
          </a:p>
          <a:p xmlns:a="http://schemas.openxmlformats.org/drawingml/2006/main">
            <a:r>
              <a:t>- Evidence prompt: A student has strong information but the presentation jumps between profession, invention and impacts. What should be improved?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design profession can be explained by listing university courses and salary estimates.</a:t>
            </a:r>
          </a:p>
          <a:p xmlns:a="http://schemas.openxmlformats.org/drawingml/2006/main">
            <a:r>
              <a:t>- The designer’s nationality is sufficient evidence for the Australian-designer requirement.</a:t>
            </a:r>
          </a:p>
          <a:p xmlns:a="http://schemas.openxmlformats.org/drawingml/2006/main">
            <a:r>
              <a:t>- The setting is determined by where the product is used rather than how design and production occur.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Preliminary Research Assignment task notification.</a:t>
            </a:r>
          </a:p>
          <a:p xmlns:a="http://schemas.openxmlformats.org/drawingml/2006/main">
            <a:r>
              <a:t>- Visual: approved family-generated teaching asset, Year 12 D&amp;T assets/images/m10s03.png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designer must explain a proposed kitchen accessory to a parent audience and a manufacturer. What is the best approach?</a:t>
            </a:r>
          </a:p>
          <a:p xmlns:a="http://schemas.openxmlformats.org/drawingml/2006/main">
            <a:r>
              <a:t>- Indicative answer: Use a clear visual explanation and benefits for parents, then provide dimensioned technical information and production details for the manufacturer.</a:t>
            </a:r>
          </a:p>
          <a:p xmlns:a="http://schemas.openxmlformats.org/drawingml/2006/main">
            <a:r>
              <a:t>- Check 2: A question asks students to justify the selection of plywood for a prototype. Which response is strongest?</a:t>
            </a:r>
          </a:p>
          <a:p xmlns:a="http://schemas.openxmlformats.org/drawingml/2006/main">
            <a:r>
              <a:t>- Indicative answer: Select plywood and link its verified properties, workability, availability and cost to the prototype’s requirements and available processes.</a:t>
            </a:r>
          </a:p>
          <a:p xmlns:a="http://schemas.openxmlformats.org/drawingml/2006/main">
            <a:r>
              <a:t>- Check 3: A student has strong information but the presentation jumps between profession, invention and impacts. What should be improved?</a:t>
            </a:r>
          </a:p>
          <a:p xmlns:a="http://schemas.openxmlformats.org/drawingml/2006/main">
            <a:r>
              <a:t>- Indicative answer: Use a logical through-line: introduce the field and profession, examine the designer’s process and invention, identify its setting, then analyse impacts.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communication content; current Research Assignment presentation expectations; teacher answer booklet on annotated sketches.</a:t>
            </a:r>
          </a:p>
          <a:p xmlns:a="http://schemas.openxmlformats.org/drawingml/2006/main">
            <a:r>
              <a:t>- Y11 source note: Teacher answer booklet command-verb guidance and marking reminders.</a:t>
            </a:r>
          </a:p>
          <a:p xmlns:a="http://schemas.openxmlformats.org/drawingml/2006/main">
            <a:r>
              <a:t>- Y11 source note: Current 2026 Preliminary Research Assignment task notification.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Rehearse and improve a parent-night presentation using source evidence, audience needs and command-verb accuracy.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communication content; current Research Assignment presentation expectations; teacher answer booklet on annotated sketches.</a:t>
            </a:r>
          </a:p>
          <a:p xmlns:a="http://schemas.openxmlformats.org/drawingml/2006/main">
            <a:r>
              <a:t>- Y11 source note: Teacher answer booklet command-verb guidance and marking reminders.</a:t>
            </a:r>
          </a:p>
          <a:p xmlns:a="http://schemas.openxmlformats.org/drawingml/2006/main">
            <a:r>
              <a:t>- Y11 source note: Current 2026 Preliminary Research Assignment task notification.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Research Assignment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communication content; current Research Assignment presentation expectations; teacher answer booklet on annotated sketches.</a:t>
            </a:r>
          </a:p>
          <a:p xmlns:a="http://schemas.openxmlformats.org/drawingml/2006/main">
            <a:r>
              <a:t>- Y11 source note: Teacher answer booklet command-verb guidance and marking reminders.</a:t>
            </a:r>
          </a:p>
          <a:p xmlns:a="http://schemas.openxmlformats.org/drawingml/2006/main">
            <a:r>
              <a:t>- Y11 source note: Current 2026 Preliminary Research Assignment task notification.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744364c98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362f795434e77" /><Relationship Type="http://schemas.openxmlformats.org/officeDocument/2006/relationships/slideLayout" Target="/ppt/slideLayouts/slideLayout1.xml" Id="Rb3469dbb6e6d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69dbb6e6d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4d1b15b9d4c94" /><Relationship Type="http://schemas.openxmlformats.org/officeDocument/2006/relationships/image" Target="/ppt/media/image.png" Id="R2c3d8301bd504681" /><Relationship Type="http://schemas.openxmlformats.org/officeDocument/2006/relationships/notesSlide" Target="/ppt/notesSlides/notesSlide1.xml" Id="R85275ffb8cae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067fe541747b3" /><Relationship Type="http://schemas.openxmlformats.org/officeDocument/2006/relationships/image" Target="/ppt/media/image2.png" Id="R865e592084224c3f" /><Relationship Type="http://schemas.openxmlformats.org/officeDocument/2006/relationships/image" Target="/ppt/media/image.svg" Id="R4104fb8a37814397" /><Relationship Type="http://schemas.openxmlformats.org/officeDocument/2006/relationships/notesSlide" Target="/ppt/notesSlides/notesSlide2.xml" Id="R45bebbbd45c94d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e0dff85d94d0c" /><Relationship Type="http://schemas.openxmlformats.org/officeDocument/2006/relationships/image" Target="/ppt/media/image3.png" Id="R1b102bbfb6eb4509" /><Relationship Type="http://schemas.openxmlformats.org/officeDocument/2006/relationships/notesSlide" Target="/ppt/notesSlides/notesSlide3.xml" Id="R35fcb70e2daa4d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b9cfe5db846eb" /><Relationship Type="http://schemas.openxmlformats.org/officeDocument/2006/relationships/notesSlide" Target="/ppt/notesSlides/notesSlide4.xml" Id="R68f4f01d8dd7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2ad626ff04fc3" /><Relationship Type="http://schemas.openxmlformats.org/officeDocument/2006/relationships/image" Target="/ppt/media/image4.png" Id="R1e06b22f807b4a2b" /><Relationship Type="http://schemas.openxmlformats.org/officeDocument/2006/relationships/notesSlide" Target="/ppt/notesSlides/notesSlide5.xml" Id="R1da97ea2a6934e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c3cc185fc481a" /><Relationship Type="http://schemas.openxmlformats.org/officeDocument/2006/relationships/notesSlide" Target="/ppt/notesSlides/notesSlide6.xml" Id="R9cce33dd957748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292c4da88474b" /><Relationship Type="http://schemas.openxmlformats.org/officeDocument/2006/relationships/notesSlide" Target="/ppt/notesSlides/notesSlide7.xml" Id="R1ee7c30acfb046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ed94d90ca4272" /><Relationship Type="http://schemas.openxmlformats.org/officeDocument/2006/relationships/notesSlide" Target="/ppt/notesSlides/notesSlide8.xml" Id="R3e226c1abeb548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d8301bd504681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64174-C3E8-4787-A7DF-C4C6FDF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54C82-A6BF-4C85-A8C8-DF8C4B36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05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3B26CEFD-4D89-46B9-A1B5-5EAA187A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Communicating research and design knowledge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9D0B7737-4098-4C46-AF03-A265E32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Choose communication methods for purpose and audience, use command verbs accurately and complete the Research Assignment with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90C52-A2FF-41AC-94A3-5500AD77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Research Assignment completion  ·  P5.2 · P5.3 · P1.1 · P2.2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1F635-3C3B-4A5C-8322-CFC3D06D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3EB76-592E-4AC0-845B-0177701B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544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43C13B2C-35F0-4ABF-8936-6B7C35D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504E4-D598-44C1-9680-246D072D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7754F-3C20-46DB-8B61-94764E3F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9B888-DDCE-479A-B1D1-D7A3B48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984B1D9B-2735-4EAA-ADE1-1F89A300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e592084224c3f">
            <a:extLst>
              <a:ext uri="{96DAC541-7B7A-43D3-8B79-37D633B846F1}">
                <asvg:svgBlip xmlns:asvg="http://schemas.microsoft.com/office/drawing/2016/SVG/main" r:embed="R4104fb8a378143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2A8DA57A-C468-4645-99F8-5C17AFC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04540-CE07-4CAA-908C-061E3945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830BF-FDFE-4800-B96F-54D36A27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Rehearse and improve a parent-night presentation using source evidence, audience needs and command-verb accuracy.</a:t>
            </a:r>
          </a:p>
        </p:txBody>
      </p:sp>
    </p:spTree>
    <p:extLst>
      <p:ext uri="{BB962C8B-B14F-4D97-AF65-F5344CB8AC3E}">
        <p14:creationId xmlns:p14="http://schemas.microsoft.com/office/powerpoint/2010/main" val="1852680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C6C2018E-6CD8-4384-985E-F297D1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D7F85-88D8-4D6F-9007-BA223B0B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AE439-CBA1-45D4-81F8-D4500B2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2E084-0A45-45D9-BE80-B66569AB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05D42CD6-4BD1-407F-891A-0445AFFF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Communication methods and audience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02bbfb6eb4509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29C99-47A5-4CFB-9867-D2B0F0D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69171-BCF3-4B01-BE12-5BC5BA80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EDF8B-EEC6-4307-BFE9-6D340E14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A625A-9F00-41EC-8F46-5D0178E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Communication choices should respond to audience knowledge, purpose, context and access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E87DA-12DA-4448-A621-05CA9D12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89D1B-BCE3-4A46-9D09-8ACD704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Annotated sketches combine visual form with information about dimensions, materials, function and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982B0-E256-4C58-88C7-792355E5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4C7DF-B819-421B-8126-8D1A46C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Models and prototypes communicate scale, form and interaction but may need labels or explanation to prevent misinterpretation.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F6A5D-095C-4A98-8743-86A464A1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35190-D36A-4BC1-9BDF-DD391CD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designer must explain a proposed kitchen accessory to a parent audience and a manufacturer. What is the best approach?</a:t>
            </a:r>
          </a:p>
        </p:txBody>
      </p:sp>
    </p:spTree>
    <p:extLst>
      <p:ext uri="{BB962C8B-B14F-4D97-AF65-F5344CB8AC3E}">
        <p14:creationId xmlns:p14="http://schemas.microsoft.com/office/powerpoint/2010/main" val="1379930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4">
            <a:extLst xmlns:a="http://schemas.openxmlformats.org/drawingml/2006/main">
              <a:ext uri="{FF2B5EF4-FFF2-40B4-BE49-F238E27FC236}">
                <a16:creationId xmlns:a16="http://schemas.microsoft.com/office/drawing/2014/main" id="{46EBA94E-D201-4D8E-ABEB-865543D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C3BD2-25DF-4567-8662-7FA6BE96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FF746-8283-45C1-BF8A-1985E665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7F06F-E388-4162-BAD5-A274C90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E181B-3224-4323-A940-75368C4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Command verbs and evidence-based responses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DC89B-8CE8-46CA-8B9A-16421D9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Respond directly to identify, outline, describe, explain, compare, justify, analyse and evaluate.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084C3-1AA6-46BB-890D-BCD33C50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DF87E-6C14-4DCF-99D4-409DA69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48704-7BCF-4ACD-AA7D-C96E526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C6BEE-4774-46D3-B92C-563E9F3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9B6F2-EABB-49C2-A765-94BFA58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Identify or list requires relevant points without unnecessary explanation.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ACA82-66EA-4E85-A879-EDCEBFFD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41BE0-A6A0-476B-AD2B-1C1FA561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D2C01-62D2-4318-AAAD-96E10878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Explain requires a clear relationship, reason or cause-and-effect link.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C569F-92E2-463E-AF75-FFF3B21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0EB0C-0DD5-478C-99B9-079B51E9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JUSTIFY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F93F0-4D12-4F27-808C-12EC9655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Justify requires a defensible choice supported by evidence and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DB257-6255-4414-9B51-18BDB88D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7FC6B-A991-4228-9724-ACB7E68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 question asks students to justify the selection of plywood for a prototype. Which response is strongest?</a:t>
            </a:r>
          </a:p>
        </p:txBody>
      </p:sp>
    </p:spTree>
    <p:extLst>
      <p:ext uri="{BB962C8B-B14F-4D97-AF65-F5344CB8AC3E}">
        <p14:creationId xmlns:p14="http://schemas.microsoft.com/office/powerpoint/2010/main" val="1265539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B5AA2B68-7298-4B40-8007-C2F7166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9343D-575D-4753-8F14-9516C02D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77E2F-E3B6-454F-BED1-B6896A83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EA8CA-88F6-4128-854D-EB5F899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0662254A-0BBD-4DC6-B6B4-27EE41D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Research Assignment synthesis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6b22f807b4a2b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6641C-B9DF-4BA4-8665-D4009F0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7C910-11E6-4AAF-8D3E-F1477517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0045D-68E7-47E5-9628-B5385F5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3D517-7498-4E56-A75C-B4AC9B7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The selected profession should be described through its purpose, work practices, tools, technologies and outputs.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6CABA-6F00-4821-BBF4-AFD3352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DE105-B6C5-4378-9A0E-F8DDB90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The Australian designer and invention should be supported by reliable and acknowledged 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E0FD5-BB99-4F3A-A658-61806E2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B7F52-4066-48BF-B9D7-3667483C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The presentation should identify the relevant domestic, community, industrial or commercial setting and explain why it applies.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EF845-1FCE-4D67-8A3C-4B94A78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08111-F6B4-4BAE-BF86-DC94983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student has strong information but the presentation jumps between profession, invention and impacts. What should be improved?</a:t>
            </a:r>
          </a:p>
        </p:txBody>
      </p:sp>
    </p:spTree>
    <p:extLst>
      <p:ext uri="{BB962C8B-B14F-4D97-AF65-F5344CB8AC3E}">
        <p14:creationId xmlns:p14="http://schemas.microsoft.com/office/powerpoint/2010/main" val="1363816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EEF6403C-8BD5-4D76-88FE-6E830B1A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A5C3C-D234-4672-8B3A-1E8648B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FB002-DE02-486B-B241-118D87A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37EAA-46FD-42EF-9B6E-B5834F2D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F51DF-4F4D-4958-9B79-1AA64A1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20DDC-34BC-4081-989F-D028BEA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B092-C227-452A-9FE8-394DE60D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45D09-1181-4D8F-9C2B-05CC5884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designer must explain a proposed kitchen accessory to a parent audience and a manufacturer. What is the best approach?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40E14-8C21-4044-9C45-6639B942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4AD66-5C24-4529-A59E-30F6C12A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3FEDA-C08B-4797-8CF1-CBB7F3E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question asks students to justify the selection of plywood for a prototype. Which response is strongest?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D001A-2AB7-4DC1-A1A8-E27792EC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5C9D2-4C3F-45F6-9B3F-5A778FA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41052-4E11-44AC-97BA-A11AE46D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has strong information but the presentation jumps between profession, invention and impacts. What should be improved?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4A544-6C0D-4220-8A39-EFED528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1B193-DBA2-481B-BBEB-12A0C421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235F8-5F16-48E1-900A-B9CCA0A6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3EE71-26ED-4304-AFCC-DD96AD6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2B351-0521-4A59-AD0B-4FCC152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B3C8F-BE05-46F7-8567-907FA23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41AAF-42A2-480D-A687-02D2D82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393966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04989BDA-061B-4AF0-B99D-AE81139F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DF2B0-B55F-49E0-B321-00756695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768D3-730F-4F32-A7E6-8329380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2AD45-1E11-4580-AA11-7F70D933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D60CA-1A2C-4FEC-BFD3-73F85024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AC7E4720-B164-4366-B795-D6070855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Rehearse and improve a parent-night presentation using source evidence, audience needs and command-verb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C3746-26A6-47C9-B139-549FDA4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92497-B5E4-46A5-AF7F-65CA5BE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B0037-B91C-4ECE-974A-2F5F4E5D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26A5E-CA97-49FD-B2E2-35DEFF9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17127-847D-4BE7-8ABF-2F0CF41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BA914-2D2C-44CF-A73C-89795F72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B3949-B18E-4DB7-9634-05CDF990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EA399-50DF-4A14-9B2A-3E09C28B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F31F3-1CFB-4600-A9A8-51DBB91F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65957-9397-4E4E-A973-9899B60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21F96-B479-47D3-BFBE-E7D4B4F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AD3D1-76B2-4770-B804-A2B9A76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8337E-E74A-4B9B-906F-05B8151D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648D7-7D52-4C72-9D9B-308CABF4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6375F-BB5B-4A4A-9B5C-B280604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5CB4E-5F6E-4354-B3D4-5E0D3DC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18052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5DF19C70-B1E4-4290-AEC6-C2AF8282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39F4A-3E66-4CF2-95DC-54F99087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76023-8197-43E5-A39D-A244BA3A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1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07BE5-AE77-45EA-A848-F3107775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5A850-0657-4972-BB08-08ABAA0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83542-5B84-4354-8325-E3516B2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6A5AF-F699-4110-B8FF-AD0EA59D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66EF7-BBA9-443A-87D0-5FB29217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4C408-CB77-4C7A-ABAE-33DDFA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15EFD-DA0A-4727-98D0-9B87032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84872-2AC3-4E5B-894A-DF316A42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AFBE0-7719-4ED5-8463-3C292B1A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D2410-4449-4E35-B85E-640936E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F0077-C88C-409D-9AC2-94DCD4C7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Research Assignment completion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E9845-751C-4E74-B907-633074FD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009FC-16E1-442B-AAC3-93974259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58590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2026-08-31T18:33:42.6690000Z</dcterms:created>
  <dcterms:modified xsi:type="dcterms:W3CDTF">2026-08-31T18:33:42.6690000Z</dcterms:modified>
</coreProperties>
</file>