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5f6ef9b3d347d4" /><Relationship Type="http://schemas.openxmlformats.org/officeDocument/2006/relationships/extended-properties" Target="/docProps/app.xml" Id="Rbf007433198f4863" /><Relationship Type="http://schemas.openxmlformats.org/officeDocument/2006/relationships/officeDocument" Target="/ppt/presentation.xml" Id="R0ffcd4560de6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32d8435c264e7d"/>
  </p:sldMasterIdLst>
  <p:notesMasterIdLst>
    <p:notesMasterId xmlns:r="http://schemas.openxmlformats.org/officeDocument/2006/relationships" r:id="R98327fe3de7b443a"/>
  </p:notesMasterIdLst>
  <p:sldIdLst>
    <p:sldId xmlns:r="http://schemas.openxmlformats.org/officeDocument/2006/relationships" id="256" r:id="R1926efc395c541fd"/>
    <p:sldId xmlns:r="http://schemas.openxmlformats.org/officeDocument/2006/relationships" id="257" r:id="R0e75ca5a79a948af"/>
    <p:sldId xmlns:r="http://schemas.openxmlformats.org/officeDocument/2006/relationships" id="258" r:id="Rdd46019e3d9e4a6e"/>
    <p:sldId xmlns:r="http://schemas.openxmlformats.org/officeDocument/2006/relationships" id="259" r:id="Ra646f31024ee4ef5"/>
    <p:sldId xmlns:r="http://schemas.openxmlformats.org/officeDocument/2006/relationships" id="260" r:id="Rfedb3b7de17940dc"/>
    <p:sldId xmlns:r="http://schemas.openxmlformats.org/officeDocument/2006/relationships" id="261" r:id="R4d0146475f0d49ad"/>
    <p:sldId xmlns:r="http://schemas.openxmlformats.org/officeDocument/2006/relationships" id="262" r:id="R23c5a1f5a1e04c0f"/>
    <p:sldId xmlns:r="http://schemas.openxmlformats.org/officeDocument/2006/relationships" id="263" r:id="R6f4bf36fbda943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3f9d67456147b0" /><Relationship Type="http://schemas.openxmlformats.org/officeDocument/2006/relationships/slideMaster" Target="/ppt/slideMasters/slideMaster1.xml" Id="R4f32d8435c264e7d" /><Relationship Type="http://schemas.openxmlformats.org/officeDocument/2006/relationships/notesMaster" Target="/ppt/notesMasters/notesMaster1.xml" Id="R98327fe3de7b443a" /><Relationship Type="http://schemas.openxmlformats.org/officeDocument/2006/relationships/presProps" Target="/ppt/presProps.xml" Id="R0b93fa599bf54a13" /><Relationship Type="http://schemas.openxmlformats.org/officeDocument/2006/relationships/tableStyles" Target="/ppt/tableStyles.xml" Id="R245b3036c55e4b76" /><Relationship Type="http://schemas.openxmlformats.org/officeDocument/2006/relationships/slide" Target="/ppt/slides/slide1.xml" Id="R1926efc395c541fd" /><Relationship Type="http://schemas.openxmlformats.org/officeDocument/2006/relationships/slide" Target="/ppt/slides/slide2.xml" Id="R0e75ca5a79a948af" /><Relationship Type="http://schemas.openxmlformats.org/officeDocument/2006/relationships/slide" Target="/ppt/slides/slide3.xml" Id="Rdd46019e3d9e4a6e" /><Relationship Type="http://schemas.openxmlformats.org/officeDocument/2006/relationships/slide" Target="/ppt/slides/slide4.xml" Id="Ra646f31024ee4ef5" /><Relationship Type="http://schemas.openxmlformats.org/officeDocument/2006/relationships/slide" Target="/ppt/slides/slide5.xml" Id="Rfedb3b7de17940dc" /><Relationship Type="http://schemas.openxmlformats.org/officeDocument/2006/relationships/slide" Target="/ppt/slides/slide6.xml" Id="R4d0146475f0d49ad" /><Relationship Type="http://schemas.openxmlformats.org/officeDocument/2006/relationships/slide" Target="/ppt/slides/slide7.xml" Id="R23c5a1f5a1e04c0f" /><Relationship Type="http://schemas.openxmlformats.org/officeDocument/2006/relationships/slide" Target="/ppt/slides/slide8.xml" Id="R6f4bf36fbda943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4c4680cbeb42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a91d83f94e42ca" /><Relationship Type="http://schemas.openxmlformats.org/officeDocument/2006/relationships/notesMaster" Target="/ppt/notesMasters/notesMaster1.xml" Id="Rf7712c297c9a4e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fdbdcde22f4fc2" /><Relationship Type="http://schemas.openxmlformats.org/officeDocument/2006/relationships/notesMaster" Target="/ppt/notesMasters/notesMaster1.xml" Id="R7bb183addb90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0396c500ea40df" /><Relationship Type="http://schemas.openxmlformats.org/officeDocument/2006/relationships/notesMaster" Target="/ppt/notesMasters/notesMaster1.xml" Id="Ra273bcb9e70449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70112aebd44c0a" /><Relationship Type="http://schemas.openxmlformats.org/officeDocument/2006/relationships/notesMaster" Target="/ppt/notesMasters/notesMaster1.xml" Id="R510ef42ff9b24f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44a93a1a84e51" /><Relationship Type="http://schemas.openxmlformats.org/officeDocument/2006/relationships/notesMaster" Target="/ppt/notesMasters/notesMaster1.xml" Id="Rc2744151e6c240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77aa9a2c104bab" /><Relationship Type="http://schemas.openxmlformats.org/officeDocument/2006/relationships/notesMaster" Target="/ppt/notesMasters/notesMaster1.xml" Id="R38f8b91b7d824e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92dd158144957" /><Relationship Type="http://schemas.openxmlformats.org/officeDocument/2006/relationships/notesMaster" Target="/ppt/notesMasters/notesMaster1.xml" Id="R4dbd68e174a74b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586afb8bc74c0c" /><Relationship Type="http://schemas.openxmlformats.org/officeDocument/2006/relationships/notesMaster" Target="/ppt/notesMasters/notesMaster1.xml" Id="R7ffccbab11f147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Camping design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Identify a genuine camping need and convert evidence, constraints and project criteria into a feasible compact product direction.</a:t>
            </a:r>
          </a:p>
          <a:p xmlns:a="http://schemas.openxmlformats.org/drawingml/2006/main">
            <a:r>
              <a:t>- Name the three learning areas without teaching them yet: Identifying a genuine camping need; From situation to design brief; Camping proposal and degree of difference.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Identifying a genuine camping need: Distinguish an evidenced need from a preselected product idea or personal preference.</a:t>
            </a:r>
          </a:p>
          <a:p xmlns:a="http://schemas.openxmlformats.org/drawingml/2006/main">
            <a:r>
              <a:t>- 2. From situation to design brief: Write a purposeful design brief that directs development without locking in a premature solution.</a:t>
            </a:r>
          </a:p>
          <a:p xmlns:a="http://schemas.openxmlformats.org/drawingml/2006/main">
            <a:r>
              <a:t>- 3. Camping proposal and degree of difference: Develop and justify a project proposal that is feasible, distinctive and linked to the evidence.</a:t>
            </a:r>
          </a:p>
          <a:p xmlns:a="http://schemas.openxmlformats.org/drawingml/2006/main">
            <a:r>
              <a:t>- Retrieval prompt: Which idea is most likely to change a real design decision in Camping Environment - need and proposal,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Identifying a genuine camping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assets/module-11-map.svg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Distinguish an evidenced need from a preselected product idea or personal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need statement describes the user, context, difficulty and consequence before proposing a solution.</a:t>
            </a:r>
          </a:p>
          <a:p xmlns:a="http://schemas.openxmlformats.org/drawingml/2006/main">
            <a:r>
              <a:t>- Observation, interviews, questionnaires and existing-product analysis can reveal different parts of the camping problem.</a:t>
            </a:r>
          </a:p>
          <a:p xmlns:a="http://schemas.openxmlformats.org/drawingml/2006/main">
            <a:r>
              <a:t>- A target market should be specific enough to guide decisions without relying on stereotypes.</a:t>
            </a:r>
          </a:p>
          <a:p xmlns:a="http://schemas.openxmlformats.org/drawingml/2006/main">
            <a:r>
              <a:t>- The final need should be significant, feasible and supported by more than one piece of evidence.</a:t>
            </a:r>
          </a:p>
          <a:p xmlns:a="http://schemas.openxmlformats.org/drawingml/2006/main">
            <a:r>
              <a:t>- Visual notice: Ask students what the scene makes visible about identifying a genuine camping need, then connect observations to the stated principles.</a:t>
            </a:r>
          </a:p>
          <a:p xmlns:a="http://schemas.openxmlformats.org/drawingml/2006/main">
            <a:r>
              <a:t>- Evidence prompt: A student wants to make a folding camp shelf because it looks interesting. What should happen before the brief is finalised?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common camping activity automatically proves there is a design need.</a:t>
            </a:r>
          </a:p>
          <a:p xmlns:a="http://schemas.openxmlformats.org/drawingml/2006/main">
            <a:r>
              <a:t>- A target market is defined mainly by age and gender.</a:t>
            </a:r>
          </a:p>
          <a:p xmlns:a="http://schemas.openxmlformats.org/drawingml/2006/main">
            <a:r>
              <a:t>- The product idea should be selected before research so the investigation stays focused.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From situation to design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2026 Camping Environment task; NESA project analysis and research content.</a:t>
            </a:r>
          </a:p>
          <a:p xmlns:a="http://schemas.openxmlformats.org/drawingml/2006/main">
            <a:r>
              <a:t>- Visual: approved family-generated teaching asset, Year 12 D&amp;T assets/images/m04s02.png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Write a purposeful design brief that directs development without locking in a premature 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design situation describes the context, people and problem that create the opportunity.</a:t>
            </a:r>
          </a:p>
          <a:p xmlns:a="http://schemas.openxmlformats.org/drawingml/2006/main">
            <a:r>
              <a:t>- A design brief identifies the intended user and purpose while leaving room for alternative concepts.</a:t>
            </a:r>
          </a:p>
          <a:p xmlns:a="http://schemas.openxmlformats.org/drawingml/2006/main">
            <a:r>
              <a:t>- Constraints set non-negotiable boundaries such as time, cost, available equipment or size.</a:t>
            </a:r>
          </a:p>
          <a:p xmlns:a="http://schemas.openxmlformats.org/drawingml/2006/main">
            <a:r>
              <a:t>- Criteria translate research and task requirements into standards that can later be tested.</a:t>
            </a:r>
          </a:p>
          <a:p xmlns:a="http://schemas.openxmlformats.org/drawingml/2006/main">
            <a:r>
              <a:t>- Visual notice: Ask students what the scene makes visible about from situation to design brief, then connect observations to the stated principles.</a:t>
            </a:r>
          </a:p>
          <a:p xmlns:a="http://schemas.openxmlformats.org/drawingml/2006/main">
            <a:r>
              <a:t>- Evidence prompt: Which revision most improves the weak brief “Design a useful item for campers”?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situation and brief should contain the same information in different words.</a:t>
            </a:r>
          </a:p>
          <a:p xmlns:a="http://schemas.openxmlformats.org/drawingml/2006/main">
            <a:r>
              <a:t>- A strong brief names the exact materials and construction method before testing.</a:t>
            </a:r>
          </a:p>
          <a:p xmlns:a="http://schemas.openxmlformats.org/drawingml/2006/main">
            <a:r>
              <a:t>- Constraints are optional goals that can be ignored if the final product looks successful.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Camping proposal and degree of difference.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2026 Camping Environment task and teacher answer booklet on briefs, criteria and constraints.</a:t>
            </a:r>
          </a:p>
          <a:p xmlns:a="http://schemas.openxmlformats.org/drawingml/2006/main">
            <a:r>
              <a:t>- Visual: approved family-generated teaching asset, Year 12 D&amp;T assets/images/m01s03.png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Develop and justify a project proposal that is feasible, distinctive and linked to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proposal connects the need, target market, design direction, likely resources and intended evidence.</a:t>
            </a:r>
          </a:p>
          <a:p xmlns:a="http://schemas.openxmlformats.org/drawingml/2006/main">
            <a:r>
              <a:t>- Degree of difference may come from function, usability, portability, repair, materials, manufacture, access or another justified improvement.</a:t>
            </a:r>
          </a:p>
          <a:p xmlns:a="http://schemas.openxmlformats.org/drawingml/2006/main">
            <a:r>
              <a:t>- Feasibility should be checked against time, cost, size, skills, equipment, safety and access to materials.</a:t>
            </a:r>
          </a:p>
          <a:p xmlns:a="http://schemas.openxmlformats.org/drawingml/2006/main">
            <a:r>
              <a:t>- A proposal remains provisional and may change when concept testing produces stronger evidence.</a:t>
            </a:r>
          </a:p>
          <a:p xmlns:a="http://schemas.openxmlformats.org/drawingml/2006/main">
            <a:r>
              <a:t>- Diagram notice: Trace NEED → FEASIBILITY → EVIDENCE and ask where evidence changes the next decision.</a:t>
            </a:r>
          </a:p>
          <a:p xmlns:a="http://schemas.openxmlformats.org/drawingml/2006/main">
            <a:r>
              <a:t>- Evidence prompt: An idea adds a powered mechanism to a compact organiser, but users mainly need simple one-handed access. What is the best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Degree of difference means the product must never have existed before.</a:t>
            </a:r>
          </a:p>
          <a:p xmlns:a="http://schemas.openxmlformats.org/drawingml/2006/main">
            <a:r>
              <a:t>- A more complex feature always makes a product more innovative.</a:t>
            </a:r>
          </a:p>
          <a:p xmlns:a="http://schemas.openxmlformats.org/drawingml/2006/main">
            <a:r>
              <a:t>- Feasibility is confirmed when the required materials are inexpensive.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folio requirements; NESA project analysis and creative development content.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student wants to make a folding camp shelf because it looks interesting. What should happen before the brief is finalised?</a:t>
            </a:r>
          </a:p>
          <a:p xmlns:a="http://schemas.openxmlformats.org/drawingml/2006/main">
            <a:r>
              <a:t>- Indicative answer: Investigate who has the storage problem, where it occurs, what existing solutions fail to do and whether the problem is feasible within the task constraints.</a:t>
            </a:r>
          </a:p>
          <a:p xmlns:a="http://schemas.openxmlformats.org/drawingml/2006/main">
            <a:r>
              <a:t>- Check 2: Which revision most improves the weak brief “Design a useful item for campers”?</a:t>
            </a:r>
          </a:p>
          <a:p xmlns:a="http://schemas.openxmlformats.org/drawingml/2006/main">
            <a:r>
              <a:t>- Indicative answer: Design and produce a compact, practical and marketable solution for a defined camping user that addresses an evidenced need within the current project constraints.</a:t>
            </a:r>
          </a:p>
          <a:p xmlns:a="http://schemas.openxmlformats.org/drawingml/2006/main">
            <a:r>
              <a:t>- Check 3: An idea adds a powered mechanism to a compact organiser, but users mainly need simple one-handed access. What is the best response?</a:t>
            </a:r>
          </a:p>
          <a:p xmlns:a="http://schemas.openxmlformats.org/drawingml/2006/main">
            <a:r>
              <a:t>- Indicative answer: Compare the powered and non-powered concepts against user evidence, reliability, cost, size, safety and the value each adds before selecting a direction.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2026 Camping Environment task; NESA project analysis and research content.</a:t>
            </a:r>
          </a:p>
          <a:p xmlns:a="http://schemas.openxmlformats.org/drawingml/2006/main">
            <a:r>
              <a:t>- Y11 source note: Current 2026 Camping Environment task and teacher answer booklet on briefs, criteria and constraints.</a:t>
            </a:r>
          </a:p>
          <a:p xmlns:a="http://schemas.openxmlformats.org/drawingml/2006/main">
            <a:r>
              <a:t>- Y11 source note: Current Camping Environment folio requirements; NESA project analysis and creative development content.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Investigate a camping problem, define a target market and develop a justified proposal using current task requirements.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2026 Camping Environment task; NESA project analysis and research content.</a:t>
            </a:r>
          </a:p>
          <a:p xmlns:a="http://schemas.openxmlformats.org/drawingml/2006/main">
            <a:r>
              <a:t>- Y11 source note: Current 2026 Camping Environment task and teacher answer booklet on briefs, criteria and constraints.</a:t>
            </a:r>
          </a:p>
          <a:p xmlns:a="http://schemas.openxmlformats.org/drawingml/2006/main">
            <a:r>
              <a:t>- Y11 source note: Current Camping Environment folio requirements; NESA project analysis and creative development content.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Camping Environment - need and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2026 Camping Environment task; NESA project analysis and research content.</a:t>
            </a:r>
          </a:p>
          <a:p xmlns:a="http://schemas.openxmlformats.org/drawingml/2006/main">
            <a:r>
              <a:t>- Y11 source note: Current 2026 Camping Environment task and teacher answer booklet on briefs, criteria and constraints.</a:t>
            </a:r>
          </a:p>
          <a:p xmlns:a="http://schemas.openxmlformats.org/drawingml/2006/main">
            <a:r>
              <a:t>- Y11 source note: Current Camping Environment folio requirements; NESA project analysis and creative development content.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505ae3ecf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2bf94b5a4e4cc6" /><Relationship Type="http://schemas.openxmlformats.org/officeDocument/2006/relationships/slideLayout" Target="/ppt/slideLayouts/slideLayout1.xml" Id="R502996f9ff2b4f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2996f9ff2b4f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4a26fcedb47bd" /><Relationship Type="http://schemas.openxmlformats.org/officeDocument/2006/relationships/image" Target="/ppt/media/image.png" Id="Raab04cee09474bb5" /><Relationship Type="http://schemas.openxmlformats.org/officeDocument/2006/relationships/notesSlide" Target="/ppt/notesSlides/notesSlide1.xml" Id="R73564fdb4a80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a758080b14199" /><Relationship Type="http://schemas.openxmlformats.org/officeDocument/2006/relationships/image" Target="/ppt/media/image2.png" Id="R08c490da6bf74d35" /><Relationship Type="http://schemas.openxmlformats.org/officeDocument/2006/relationships/image" Target="/ppt/media/image.svg" Id="R14d5091715544684" /><Relationship Type="http://schemas.openxmlformats.org/officeDocument/2006/relationships/notesSlide" Target="/ppt/notesSlides/notesSlide2.xml" Id="R89f55eecfc06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0b4588c044a6b" /><Relationship Type="http://schemas.openxmlformats.org/officeDocument/2006/relationships/image" Target="/ppt/media/image3.png" Id="Rbe3fc41ca3f147df" /><Relationship Type="http://schemas.openxmlformats.org/officeDocument/2006/relationships/notesSlide" Target="/ppt/notesSlides/notesSlide3.xml" Id="R1c0a4e40da8444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7a0701cad4503" /><Relationship Type="http://schemas.openxmlformats.org/officeDocument/2006/relationships/image" Target="/ppt/media/image4.png" Id="R1a77b3a25b7a4a3b" /><Relationship Type="http://schemas.openxmlformats.org/officeDocument/2006/relationships/notesSlide" Target="/ppt/notesSlides/notesSlide4.xml" Id="R81914336efda4e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83a312ce14704" /><Relationship Type="http://schemas.openxmlformats.org/officeDocument/2006/relationships/notesSlide" Target="/ppt/notesSlides/notesSlide5.xml" Id="Rab8ad7c2d5dd47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8cce782e24242" /><Relationship Type="http://schemas.openxmlformats.org/officeDocument/2006/relationships/notesSlide" Target="/ppt/notesSlides/notesSlide6.xml" Id="R412c907482a84a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6f37545844086" /><Relationship Type="http://schemas.openxmlformats.org/officeDocument/2006/relationships/notesSlide" Target="/ppt/notesSlides/notesSlide7.xml" Id="Rd9b8333ad14e4a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32a4b466b438b" /><Relationship Type="http://schemas.openxmlformats.org/officeDocument/2006/relationships/notesSlide" Target="/ppt/notesSlides/notesSlide8.xml" Id="R38ada4a8f6c048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04cee09474bb5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5DABE-2208-4C8B-8A32-6D12CAAD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27E17-E1CF-47F4-A1E7-D61B88EC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11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7ACBB0F4-6018-40F5-9815-78980B58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Camping design project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CFE20325-FE2A-42DD-A7BB-099AA42E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Identify a genuine camping need and convert evidence, constraints and project criteria into a feasible compact product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17491-8A9E-4D79-9AC5-F2954014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Camping Environment - need and proposal  ·  P1.1 · P4.1 · P5.3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EE6AF-6483-4753-8ADC-978B5833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67FE8-1EFC-43E4-989E-7861D3F2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234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F39A50E7-D94D-4096-A6A6-0DAB36A3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42C68-0430-4811-9F9D-FA89EF21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A2F95-C9E1-4D6B-890D-3429CC1E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7089A-6EA2-4C9D-9F69-687B7C36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A93C1AFB-33BB-4F73-A43B-00C33015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490da6bf74d35">
            <a:extLst>
              <a:ext uri="{96DAC541-7B7A-43D3-8B79-37D633B846F1}">
                <asvg:svgBlip xmlns:asvg="http://schemas.microsoft.com/office/drawing/2016/SVG/main" r:embed="R14d50917155446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6885B6D6-5F61-456F-9997-CD41DC9F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76DF9-1D87-49A9-8A78-AE97FFDB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93E85-E135-4789-853C-95B755B1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Investigate a camping problem, define a target market and develop a justified proposal using current task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64231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A0D14B37-1B84-4B8C-8417-6C72446A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70AD4-6CC8-4FFA-ABC6-193DB2E1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66C6B-4528-4CB6-8B04-C0839B85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D7D95-06C1-4F51-A855-37461BD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49462C86-6999-4F12-B7F9-5DA2B71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Identifying a genuine camping need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fc41ca3f147df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6AE13-0B8C-42F1-A7E4-E35AB6BE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69C2C-9BCC-4818-9A82-CCE9BF16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5C393-2485-48D0-8869-D1F9445A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D1C7D-652E-468F-B0B0-3792BA7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need statement describes the user, context, difficulty and consequence before proposing a solution.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40156-90D6-4736-B3DF-CF503714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86F45-AD01-4B27-9C17-34EA9E9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Observation, interviews, questionnaires and existing-product analysis can reveal different parts of the camping problem.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8B77F-4975-4EE3-B222-0DD7F008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AAA31-DF76-454C-B2DC-9A7786AB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target market should be specific enough to guide decisions without relying on stereotypes.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A7D30-57EB-423E-B19C-3EEF7C69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FD950-1B20-49D1-8D69-A27F25D0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student wants to make a folding camp shelf because it looks interesting. What should happen before the brief is finalised?</a:t>
            </a:r>
          </a:p>
        </p:txBody>
      </p:sp>
    </p:spTree>
    <p:extLst>
      <p:ext uri="{BB962C8B-B14F-4D97-AF65-F5344CB8AC3E}">
        <p14:creationId xmlns:p14="http://schemas.microsoft.com/office/powerpoint/2010/main" val="1237687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33E52CAA-8A21-44DD-AF23-A4E3D7F6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81D52-7C7E-44EC-A851-A0D0FD3B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700AC-4129-4B1E-B98C-22D89EC6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5CCC0-6C94-4027-B80B-ED5EAE0B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3899E68E-B5A7-40F0-A4CE-C0025CE5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From situation to design brief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7b3a25b7a4a3b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1B5C7-CFB1-4B6E-A4FF-8996654C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D8FE8-E762-4D26-AADD-260EC0C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0583E-D764-4D38-B9E0-86C599C9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89154-9A43-441B-B1A0-7610BB71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design situation describes the context, people and problem that create the opportunity.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8B82E-5398-45C5-BADB-EF872A56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9B70D-B433-4893-B0D0-5B460B7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design brief identifies the intended user and purpose while leaving room for alternative concepts.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11535-B93F-4508-800E-7739EB61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2F998-3540-4C2C-9AE2-1BA7E4A7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Constraints set non-negotiable boundaries such as time, cost, available equipment or size.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9569B-8FB6-4969-BB47-36EFAA5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F0178-A247-40F5-9F64-9486E782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Which revision most improves the weak brief “Design a useful item for campers”?</a:t>
            </a:r>
          </a:p>
        </p:txBody>
      </p:sp>
    </p:spTree>
    <p:extLst>
      <p:ext uri="{BB962C8B-B14F-4D97-AF65-F5344CB8AC3E}">
        <p14:creationId xmlns:p14="http://schemas.microsoft.com/office/powerpoint/2010/main" val="548744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5">
            <a:extLst xmlns:a="http://schemas.openxmlformats.org/drawingml/2006/main">
              <a:ext uri="{FF2B5EF4-FFF2-40B4-BE49-F238E27FC236}">
                <a16:creationId xmlns:a16="http://schemas.microsoft.com/office/drawing/2014/main" id="{57F3BEF5-6FC0-4BB5-9DCE-B8BCDC2F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B88E8-5013-419C-87BA-DA0720C2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3BB72-DDCF-4621-9BCE-8C89B3A0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1E3D3-C720-43F5-BD3F-857E8851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AB7A1-67C4-4BE4-B2A0-26368BE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Camping proposal and degree of difference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771FA-2515-4EC9-8B5D-B1DF9CD9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Develop and justify a project proposal that is feasible, distinctive and linked to the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F53E9-0FCF-4571-A767-4256150E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457A4-BD6F-4AE4-BCF3-63E9FA42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9E50F-8A91-478D-99ED-36520045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CA2FC-B285-4120-9229-BC1F2E3F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NEED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32D5D-641A-47A7-AAC0-D145F7BB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A proposal connects the need, target market, design direction, likely resources and intended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A736D-2F0F-4660-BDF7-1F6E8894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73D7F-5EDE-4132-85F0-2C80B304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8A3AA-3DBC-417E-BB30-1E6CAE34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Degree of difference may come from function, usability, portability, repair, materials, manufacture, access or another justified improvement.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6230D-6CAE-4B72-B0FB-AE528184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A7B6E-3097-4308-900A-8B676EE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5942A-D324-4FF7-8198-5AE28512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Feasibility should be checked against time, cost, size, skills, equipment, safety and access to materials.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257A2-00AC-444B-A45D-897D2EF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0CFA6-340C-429D-93B9-B83600A9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An idea adds a powered mechanism to a compact organiser, but users mainly need simple one-handed access. What is the best response?</a:t>
            </a:r>
          </a:p>
        </p:txBody>
      </p:sp>
    </p:spTree>
    <p:extLst>
      <p:ext uri="{BB962C8B-B14F-4D97-AF65-F5344CB8AC3E}">
        <p14:creationId xmlns:p14="http://schemas.microsoft.com/office/powerpoint/2010/main" val="1459303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6D8206EA-AD66-404D-BD07-DDBBF18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BCAC-C01F-4EFD-B0C4-5FA2F879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8BB77-AAB7-4FD8-9FBB-C3B4B2F1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A7021-1C2D-4A43-969A-FF9E19EB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F4C42-D2FB-42F3-BBB7-398FF8B7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ED024-46B5-4FC7-9D21-D6717A1D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74D5F-B725-4E49-BCF3-2F3E35CF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44FCE-632C-4DFA-B91B-EECDAA31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student wants to make a folding camp shelf because it looks interesting. What should happen before the brief is finalised?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17B70-0D13-4969-85DA-B163F50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45433-5CE6-447A-A417-160599E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E2D3D-9A82-48C8-9209-F7F968AB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Which revision most improves the weak brief “Design a useful item for campers”?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083A3-2CCF-426E-9850-28A34E8A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F0900-9AB9-4D26-8B4A-2185EA32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99225-BBE2-42D3-B9BF-20FD28BE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An idea adds a powered mechanism to a compact organiser, but users mainly need simple one-handed access. What is the best response?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B0F99-084C-495C-B2E6-1D9832C7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0C048-75EE-4D12-A23E-5617BC9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7E96C-051F-472A-8A46-F96122AB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1C2A3-8EDF-4B65-B98A-1FAC76D6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B3B1D-BC4A-4C6E-A51C-1C04D6C7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CB1BC-BF27-4DA2-AC76-4061279B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EBD6A-07B7-4477-B07B-CD400F0A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855036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745FE0A8-D8A2-471C-AE96-2B91813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E0CA5-4F83-4D41-84A6-AA9AFA3A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17A86-9BE0-416A-981E-3F5CC84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13142-E44B-4972-BB17-1DB077FF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D2BD1-341F-462F-AECD-B6E0B56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679FE62F-E10E-43B3-84EA-2E159AE9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Investigate a camping problem, define a target market and develop a justified proposal using current task requirements.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568E5-270E-4FCE-BAE7-2CEC8093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6A0B7-37BF-456E-A148-D64CA79C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8F99E-3E68-43E3-AF6E-97D5EB45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D1070-0373-4AFF-A0FE-7BA5221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4ADF7-1095-4B1C-A940-61E25018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1B3E7-F1E0-44C1-8FF6-324E6780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74716-B025-4A56-9F62-4F4A79DE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18F0E-234B-4C21-B42D-8DF6214C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7CB40-BE77-4506-A78B-0222AF52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92AA2-2C63-4763-A986-11DEC14E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92716-9842-4110-A4DE-269719F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36418-2705-4602-AD2A-C762BCCA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53101-1FD4-47A6-B637-ADF72FD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847AD-0A57-4315-B283-E4AE3A94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6786B-955D-4BF9-B9B1-48BE987D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F531A-705D-4CDD-A8EF-1198B115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579753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3E9C5AD4-3B44-4E76-9A66-54A5BB3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BCE41-0DE7-4A70-99AA-101523AB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552ED-D03F-459B-A703-4D4B8D7F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3 · Weeks 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891B6-20EC-42C1-80CE-C3DF0A5E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1E664-218E-442E-8327-E9F2A1A7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BA17B-32E7-4065-B875-C3C10ED2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FA559-32B9-4E57-B7A3-35A3BA8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905AD-B174-4309-A342-7AF9C52F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0AFA4-D050-4E71-868A-1AA9546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A6BDF-EEE7-473C-A8FF-D86154D4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D0349-E3C6-4F55-A4D6-B165E80C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EBA5C-AC9D-4D0C-9C60-523B0860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B42B8-0B1C-4BA7-9201-42F0541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159F5-13D8-4353-9882-001B157D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Camping Environment - need and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02CD6-0FB6-47D8-AE8E-0B7529B4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4FC3F-A6FA-4483-9520-7B24EED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051868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2026-08-31T18:33:53.4680000Z</dcterms:created>
  <dcterms:modified xsi:type="dcterms:W3CDTF">2026-08-31T18:33:53.4680000Z</dcterms:modified>
</coreProperties>
</file>